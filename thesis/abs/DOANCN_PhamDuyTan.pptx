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8" r:id="rId9"/>
    <p:sldId id="271" r:id="rId10"/>
    <p:sldId id="269" r:id="rId11"/>
    <p:sldId id="289" r:id="rId12"/>
    <p:sldId id="290" r:id="rId13"/>
    <p:sldId id="26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F5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61" d="100"/>
          <a:sy n="61" d="100"/>
        </p:scale>
        <p:origin x="109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2#1">
  <dgm:title val=""/>
  <dgm:desc val=""/>
  <dgm:catLst>
    <dgm:cat type="accent4" pri="11200"/>
  </dgm:catLst>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1">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6F336F8D-3BBB-4BF9-8111-F643189B7515}" type="doc">
      <dgm:prSet loTypeId="urn:microsoft.com/office/officeart/2005/8/layout/hList1" loCatId="list" qsTypeId="urn:microsoft.com/office/officeart/2005/8/quickstyle/simple1#1" qsCatId="simple" csTypeId="urn:microsoft.com/office/officeart/2005/8/colors/accent1_2#1" csCatId="accent1" phldr="1"/>
      <dgm:spPr/>
      <dgm:t>
        <a:bodyPr/>
        <a:lstStyle/>
        <a:p>
          <a:endParaRPr lang="en-US"/>
        </a:p>
      </dgm:t>
    </dgm:pt>
    <dgm:pt modelId="{077D7CA5-9DF7-427B-A0EE-40D4B24A6A49}">
      <dgm:prSet/>
      <dgm:spPr/>
      <dgm:t>
        <a:bodyPr/>
        <a:lstStyle/>
        <a:p>
          <a:r>
            <a:rPr lang="en-US" dirty="0" err="1"/>
            <a:t>Xây</a:t>
          </a:r>
          <a:r>
            <a:rPr lang="en-US" dirty="0"/>
            <a:t> </a:t>
          </a:r>
          <a:r>
            <a:rPr lang="en-US" dirty="0" err="1"/>
            <a:t>dựng</a:t>
          </a:r>
          <a:r>
            <a:rPr lang="en-US" dirty="0"/>
            <a:t> website </a:t>
          </a:r>
          <a:r>
            <a:rPr lang="en-US" dirty="0" err="1"/>
            <a:t>tìm</a:t>
          </a:r>
          <a:r>
            <a:rPr lang="en-US" dirty="0"/>
            <a:t> </a:t>
          </a:r>
          <a:r>
            <a:rPr lang="en-US" dirty="0" err="1"/>
            <a:t>việc</a:t>
          </a:r>
          <a:r>
            <a:rPr lang="en-US" dirty="0"/>
            <a:t> </a:t>
          </a:r>
          <a:r>
            <a:rPr lang="en-US" dirty="0" err="1"/>
            <a:t>làm</a:t>
          </a:r>
          <a:endParaRPr lang="en-US" dirty="0"/>
        </a:p>
      </dgm:t>
    </dgm:pt>
    <dgm:pt modelId="{6A0B2016-AAF3-436E-9F00-7AA8DE739A3D}" type="parTrans" cxnId="{3E8D3E6D-6D29-476E-9D78-36AB059B1869}">
      <dgm:prSet/>
      <dgm:spPr/>
      <dgm:t>
        <a:bodyPr/>
        <a:lstStyle/>
        <a:p>
          <a:endParaRPr lang="en-US"/>
        </a:p>
      </dgm:t>
    </dgm:pt>
    <dgm:pt modelId="{8606D855-BA17-4174-8C3E-24AF1793DC19}" type="sibTrans" cxnId="{3E8D3E6D-6D29-476E-9D78-36AB059B1869}">
      <dgm:prSet/>
      <dgm:spPr/>
      <dgm:t>
        <a:bodyPr/>
        <a:lstStyle/>
        <a:p>
          <a:endParaRPr lang="en-US"/>
        </a:p>
      </dgm:t>
    </dgm:pt>
    <dgm:pt modelId="{F8A65470-0253-44A1-BD69-1EA323ECB95A}">
      <dgm:prSet/>
      <dgm:spPr/>
      <dgm:t>
        <a:bodyPr/>
        <a:lstStyle/>
        <a:p>
          <a:r>
            <a:rPr lang="en-US" dirty="0" err="1"/>
            <a:t>Giúp</a:t>
          </a:r>
          <a:r>
            <a:rPr lang="en-US" dirty="0"/>
            <a:t> </a:t>
          </a:r>
          <a:r>
            <a:rPr lang="en-US" dirty="0" err="1"/>
            <a:t>ứng</a:t>
          </a:r>
          <a:r>
            <a:rPr lang="en-US" dirty="0"/>
            <a:t> </a:t>
          </a:r>
          <a:r>
            <a:rPr lang="en-US" dirty="0" err="1"/>
            <a:t>viên</a:t>
          </a:r>
          <a:r>
            <a:rPr lang="en-US" dirty="0"/>
            <a:t> </a:t>
          </a:r>
          <a:r>
            <a:rPr lang="en-US" dirty="0" err="1"/>
            <a:t>tìm</a:t>
          </a:r>
          <a:r>
            <a:rPr lang="en-US" dirty="0"/>
            <a:t> </a:t>
          </a:r>
          <a:r>
            <a:rPr lang="en-US" dirty="0" err="1"/>
            <a:t>việc</a:t>
          </a:r>
          <a:r>
            <a:rPr lang="en-US" dirty="0"/>
            <a:t> </a:t>
          </a:r>
          <a:r>
            <a:rPr lang="en-US" dirty="0" err="1"/>
            <a:t>làm</a:t>
          </a:r>
          <a:r>
            <a:rPr lang="en-US" dirty="0"/>
            <a:t> </a:t>
          </a:r>
          <a:r>
            <a:rPr lang="en-US" dirty="0" err="1"/>
            <a:t>nhanh</a:t>
          </a:r>
          <a:r>
            <a:rPr lang="en-US" dirty="0"/>
            <a:t> </a:t>
          </a:r>
          <a:r>
            <a:rPr lang="en-US" dirty="0" err="1"/>
            <a:t>thông</a:t>
          </a:r>
          <a:r>
            <a:rPr lang="en-US" dirty="0"/>
            <a:t> qua </a:t>
          </a:r>
          <a:r>
            <a:rPr lang="en-US" dirty="0" err="1"/>
            <a:t>trang</a:t>
          </a:r>
          <a:r>
            <a:rPr lang="en-US" dirty="0"/>
            <a:t> </a:t>
          </a:r>
          <a:r>
            <a:rPr lang="en-US" dirty="0" err="1"/>
            <a:t>tìm</a:t>
          </a:r>
          <a:r>
            <a:rPr lang="en-US" dirty="0"/>
            <a:t> </a:t>
          </a:r>
          <a:r>
            <a:rPr lang="en-US" dirty="0" err="1"/>
            <a:t>kiếm</a:t>
          </a:r>
          <a:r>
            <a:rPr lang="en-US" dirty="0"/>
            <a:t> </a:t>
          </a:r>
          <a:r>
            <a:rPr lang="en-US" dirty="0" err="1"/>
            <a:t>và</a:t>
          </a:r>
          <a:r>
            <a:rPr lang="en-US" dirty="0"/>
            <a:t> </a:t>
          </a:r>
          <a:r>
            <a:rPr lang="en-US" dirty="0" err="1"/>
            <a:t>botchat</a:t>
          </a:r>
          <a:r>
            <a:rPr lang="en-US" dirty="0"/>
            <a:t> </a:t>
          </a:r>
          <a:r>
            <a:rPr lang="en-US" dirty="0" err="1"/>
            <a:t>hỗ</a:t>
          </a:r>
          <a:r>
            <a:rPr lang="en-US" dirty="0"/>
            <a:t> </a:t>
          </a:r>
          <a:r>
            <a:rPr lang="en-US" dirty="0" err="1"/>
            <a:t>trợ</a:t>
          </a:r>
          <a:r>
            <a:rPr lang="en-US" dirty="0"/>
            <a:t> </a:t>
          </a:r>
          <a:r>
            <a:rPr lang="en-US" dirty="0" err="1"/>
            <a:t>tìm</a:t>
          </a:r>
          <a:r>
            <a:rPr lang="en-US" dirty="0"/>
            <a:t> </a:t>
          </a:r>
          <a:r>
            <a:rPr lang="en-US" dirty="0" err="1"/>
            <a:t>kiếm</a:t>
          </a:r>
          <a:r>
            <a:rPr lang="en-US" dirty="0"/>
            <a:t>.</a:t>
          </a:r>
        </a:p>
      </dgm:t>
    </dgm:pt>
    <dgm:pt modelId="{274EDE2F-B858-4337-B004-35906D867E81}" type="parTrans" cxnId="{7F8C113E-48C0-4D1A-BA19-92B6D371C942}">
      <dgm:prSet/>
      <dgm:spPr/>
      <dgm:t>
        <a:bodyPr/>
        <a:lstStyle/>
        <a:p>
          <a:endParaRPr lang="en-US"/>
        </a:p>
      </dgm:t>
    </dgm:pt>
    <dgm:pt modelId="{D21D039E-2D89-4518-9DAE-36912D14F52D}" type="sibTrans" cxnId="{7F8C113E-48C0-4D1A-BA19-92B6D371C942}">
      <dgm:prSet/>
      <dgm:spPr/>
      <dgm:t>
        <a:bodyPr/>
        <a:lstStyle/>
        <a:p>
          <a:endParaRPr lang="en-US"/>
        </a:p>
      </dgm:t>
    </dgm:pt>
    <dgm:pt modelId="{26A80E06-5539-4391-8B6D-52A3674328FE}">
      <dgm:prSet/>
      <dgm:spPr/>
      <dgm:t>
        <a:bodyPr/>
        <a:lstStyle/>
        <a:p>
          <a:r>
            <a:rPr lang="en-US" dirty="0" err="1"/>
            <a:t>Giúp</a:t>
          </a:r>
          <a:r>
            <a:rPr lang="en-US" dirty="0"/>
            <a:t> </a:t>
          </a:r>
          <a:r>
            <a:rPr lang="en-US" dirty="0" err="1"/>
            <a:t>nhà</a:t>
          </a:r>
          <a:r>
            <a:rPr lang="en-US" dirty="0"/>
            <a:t> </a:t>
          </a:r>
          <a:r>
            <a:rPr lang="en-US" dirty="0" err="1"/>
            <a:t>tuyển</a:t>
          </a:r>
          <a:r>
            <a:rPr lang="en-US" dirty="0"/>
            <a:t> </a:t>
          </a:r>
          <a:r>
            <a:rPr lang="en-US" dirty="0" err="1"/>
            <a:t>dụng</a:t>
          </a:r>
          <a:r>
            <a:rPr lang="en-US" dirty="0"/>
            <a:t> </a:t>
          </a:r>
          <a:r>
            <a:rPr lang="en-US" dirty="0" err="1"/>
            <a:t>đăng</a:t>
          </a:r>
          <a:r>
            <a:rPr lang="en-US" dirty="0"/>
            <a:t> tin </a:t>
          </a:r>
          <a:r>
            <a:rPr lang="en-US" dirty="0" err="1"/>
            <a:t>tuyển</a:t>
          </a:r>
          <a:r>
            <a:rPr lang="en-US" dirty="0"/>
            <a:t> </a:t>
          </a:r>
          <a:r>
            <a:rPr lang="en-US" dirty="0" err="1"/>
            <a:t>dụng</a:t>
          </a:r>
          <a:r>
            <a:rPr lang="en-US" dirty="0"/>
            <a:t> </a:t>
          </a:r>
          <a:r>
            <a:rPr lang="en-US" dirty="0" err="1"/>
            <a:t>và</a:t>
          </a:r>
          <a:r>
            <a:rPr lang="en-US" dirty="0"/>
            <a:t> </a:t>
          </a:r>
          <a:r>
            <a:rPr lang="en-US" dirty="0" err="1"/>
            <a:t>xem</a:t>
          </a:r>
          <a:r>
            <a:rPr lang="en-US" dirty="0"/>
            <a:t> </a:t>
          </a:r>
          <a:r>
            <a:rPr lang="en-US" dirty="0" err="1"/>
            <a:t>hồ</a:t>
          </a:r>
          <a:r>
            <a:rPr lang="en-US" dirty="0"/>
            <a:t> </a:t>
          </a:r>
          <a:r>
            <a:rPr lang="en-US" dirty="0" err="1"/>
            <a:t>sơ</a:t>
          </a:r>
          <a:r>
            <a:rPr lang="en-US" dirty="0"/>
            <a:t> </a:t>
          </a:r>
          <a:r>
            <a:rPr lang="en-US" dirty="0" err="1"/>
            <a:t>ứng</a:t>
          </a:r>
          <a:r>
            <a:rPr lang="en-US" dirty="0"/>
            <a:t> </a:t>
          </a:r>
          <a:r>
            <a:rPr lang="en-US" dirty="0" err="1"/>
            <a:t>tuyển</a:t>
          </a:r>
          <a:r>
            <a:rPr lang="en-US" dirty="0"/>
            <a:t> </a:t>
          </a:r>
          <a:r>
            <a:rPr lang="en-US" dirty="0" err="1"/>
            <a:t>của</a:t>
          </a:r>
          <a:r>
            <a:rPr lang="en-US" dirty="0"/>
            <a:t> </a:t>
          </a:r>
          <a:r>
            <a:rPr lang="en-US" dirty="0" err="1"/>
            <a:t>ứng</a:t>
          </a:r>
          <a:r>
            <a:rPr lang="en-US" dirty="0"/>
            <a:t> </a:t>
          </a:r>
          <a:r>
            <a:rPr lang="en-US" dirty="0" err="1"/>
            <a:t>viên</a:t>
          </a:r>
          <a:r>
            <a:rPr lang="en-US" dirty="0"/>
            <a:t> </a:t>
          </a:r>
          <a:r>
            <a:rPr lang="en-US" dirty="0" err="1"/>
            <a:t>dễ</a:t>
          </a:r>
          <a:r>
            <a:rPr lang="en-US" dirty="0"/>
            <a:t> </a:t>
          </a:r>
          <a:r>
            <a:rPr lang="en-US" dirty="0" err="1"/>
            <a:t>dàng</a:t>
          </a:r>
          <a:r>
            <a:rPr lang="en-US" dirty="0"/>
            <a:t>.</a:t>
          </a:r>
        </a:p>
      </dgm:t>
    </dgm:pt>
    <dgm:pt modelId="{8EF1EBB2-07FF-470F-A17D-0EF32E9D9972}" type="parTrans" cxnId="{A54D5A2C-4D91-4448-8B2A-630CE350273A}">
      <dgm:prSet/>
      <dgm:spPr/>
      <dgm:t>
        <a:bodyPr/>
        <a:lstStyle/>
        <a:p>
          <a:endParaRPr lang="en-US"/>
        </a:p>
      </dgm:t>
    </dgm:pt>
    <dgm:pt modelId="{5B5C5E45-CBB9-47A9-9851-C043B3B83AC5}" type="sibTrans" cxnId="{A54D5A2C-4D91-4448-8B2A-630CE350273A}">
      <dgm:prSet/>
      <dgm:spPr/>
      <dgm:t>
        <a:bodyPr/>
        <a:lstStyle/>
        <a:p>
          <a:endParaRPr lang="en-US"/>
        </a:p>
      </dgm:t>
    </dgm:pt>
    <dgm:pt modelId="{3E09FC00-E061-405B-AC8A-76F7D706026E}">
      <dgm:prSet/>
      <dgm:spPr/>
      <dgm:t>
        <a:bodyPr/>
        <a:lstStyle/>
        <a:p>
          <a:r>
            <a:rPr lang="en-US" dirty="0" err="1"/>
            <a:t>Giúp</a:t>
          </a:r>
          <a:r>
            <a:rPr lang="en-US" dirty="0"/>
            <a:t> </a:t>
          </a:r>
          <a:r>
            <a:rPr lang="en-US" dirty="0" err="1"/>
            <a:t>quản</a:t>
          </a:r>
          <a:r>
            <a:rPr lang="en-US" dirty="0"/>
            <a:t> </a:t>
          </a:r>
          <a:r>
            <a:rPr lang="en-US" dirty="0" err="1"/>
            <a:t>trị</a:t>
          </a:r>
          <a:r>
            <a:rPr lang="en-US" dirty="0"/>
            <a:t> </a:t>
          </a:r>
          <a:r>
            <a:rPr lang="en-US" dirty="0" err="1"/>
            <a:t>viên</a:t>
          </a:r>
          <a:r>
            <a:rPr lang="en-US" dirty="0"/>
            <a:t> </a:t>
          </a:r>
          <a:r>
            <a:rPr lang="en-US" dirty="0" err="1"/>
            <a:t>quản</a:t>
          </a:r>
          <a:r>
            <a:rPr lang="en-US" dirty="0"/>
            <a:t> </a:t>
          </a:r>
          <a:r>
            <a:rPr lang="en-US" dirty="0" err="1"/>
            <a:t>lý</a:t>
          </a:r>
          <a:r>
            <a:rPr lang="en-US" dirty="0"/>
            <a:t> </a:t>
          </a:r>
          <a:r>
            <a:rPr lang="en-US" dirty="0" err="1"/>
            <a:t>người</a:t>
          </a:r>
          <a:r>
            <a:rPr lang="en-US" dirty="0"/>
            <a:t> dung, tin </a:t>
          </a:r>
          <a:r>
            <a:rPr lang="en-US" dirty="0" err="1"/>
            <a:t>tuyển</a:t>
          </a:r>
          <a:r>
            <a:rPr lang="en-US" dirty="0"/>
            <a:t> </a:t>
          </a:r>
          <a:r>
            <a:rPr lang="en-US" dirty="0" err="1"/>
            <a:t>dụng</a:t>
          </a:r>
          <a:r>
            <a:rPr lang="en-US" dirty="0"/>
            <a:t>,… </a:t>
          </a:r>
          <a:r>
            <a:rPr lang="en-US" dirty="0" err="1"/>
            <a:t>dễ</a:t>
          </a:r>
          <a:r>
            <a:rPr lang="en-US" dirty="0"/>
            <a:t> </a:t>
          </a:r>
          <a:r>
            <a:rPr lang="en-US" dirty="0" err="1"/>
            <a:t>dàng</a:t>
          </a:r>
          <a:r>
            <a:rPr lang="en-US" dirty="0"/>
            <a:t>.</a:t>
          </a:r>
        </a:p>
      </dgm:t>
    </dgm:pt>
    <dgm:pt modelId="{4698E84A-DDF7-472E-9E2E-36A38411CDF4}" type="parTrans" cxnId="{65C9C354-930A-4292-B7A6-FC6EF2DD3D25}">
      <dgm:prSet/>
      <dgm:spPr/>
      <dgm:t>
        <a:bodyPr/>
        <a:lstStyle/>
        <a:p>
          <a:endParaRPr lang="en-US"/>
        </a:p>
      </dgm:t>
    </dgm:pt>
    <dgm:pt modelId="{F3347362-B2C2-4B2A-A300-5E6629B41A4B}" type="sibTrans" cxnId="{65C9C354-930A-4292-B7A6-FC6EF2DD3D25}">
      <dgm:prSet/>
      <dgm:spPr/>
      <dgm:t>
        <a:bodyPr/>
        <a:lstStyle/>
        <a:p>
          <a:endParaRPr lang="en-US"/>
        </a:p>
      </dgm:t>
    </dgm:pt>
    <dgm:pt modelId="{F99B7EEB-0DAC-41ED-9512-FE7F092A0753}" type="pres">
      <dgm:prSet presAssocID="{6F336F8D-3BBB-4BF9-8111-F643189B7515}" presName="Name0" presStyleCnt="0">
        <dgm:presLayoutVars>
          <dgm:dir/>
          <dgm:animLvl val="lvl"/>
          <dgm:resizeHandles val="exact"/>
        </dgm:presLayoutVars>
      </dgm:prSet>
      <dgm:spPr/>
    </dgm:pt>
    <dgm:pt modelId="{4AA9F46E-B2D7-482F-B36A-BC53E387626C}" type="pres">
      <dgm:prSet presAssocID="{077D7CA5-9DF7-427B-A0EE-40D4B24A6A49}" presName="composite" presStyleCnt="0"/>
      <dgm:spPr/>
    </dgm:pt>
    <dgm:pt modelId="{FD0D25FB-BF9E-4A09-A02A-8B9CAF6ADC28}" type="pres">
      <dgm:prSet presAssocID="{077D7CA5-9DF7-427B-A0EE-40D4B24A6A49}" presName="parTx" presStyleLbl="alignNode1" presStyleIdx="0" presStyleCnt="1" custLinFactNeighborX="-1418" custLinFactNeighborY="-5485">
        <dgm:presLayoutVars>
          <dgm:chMax val="0"/>
          <dgm:chPref val="0"/>
          <dgm:bulletEnabled val="1"/>
        </dgm:presLayoutVars>
      </dgm:prSet>
      <dgm:spPr/>
    </dgm:pt>
    <dgm:pt modelId="{3203D589-FE61-44F4-9C1C-8A98CB54B880}" type="pres">
      <dgm:prSet presAssocID="{077D7CA5-9DF7-427B-A0EE-40D4B24A6A49}" presName="desTx" presStyleLbl="alignAccFollowNode1" presStyleIdx="0" presStyleCnt="1" custScaleY="96946">
        <dgm:presLayoutVars>
          <dgm:bulletEnabled val="1"/>
        </dgm:presLayoutVars>
      </dgm:prSet>
      <dgm:spPr/>
    </dgm:pt>
  </dgm:ptLst>
  <dgm:cxnLst>
    <dgm:cxn modelId="{E3331E00-6179-4271-9157-BBF0472B7977}" type="presOf" srcId="{3E09FC00-E061-405B-AC8A-76F7D706026E}" destId="{3203D589-FE61-44F4-9C1C-8A98CB54B880}" srcOrd="0" destOrd="2" presId="urn:microsoft.com/office/officeart/2005/8/layout/hList1"/>
    <dgm:cxn modelId="{0BC8F60C-E657-4936-BAC1-593591713BFD}" type="presOf" srcId="{077D7CA5-9DF7-427B-A0EE-40D4B24A6A49}" destId="{FD0D25FB-BF9E-4A09-A02A-8B9CAF6ADC28}" srcOrd="0" destOrd="0" presId="urn:microsoft.com/office/officeart/2005/8/layout/hList1"/>
    <dgm:cxn modelId="{A54D5A2C-4D91-4448-8B2A-630CE350273A}" srcId="{077D7CA5-9DF7-427B-A0EE-40D4B24A6A49}" destId="{26A80E06-5539-4391-8B6D-52A3674328FE}" srcOrd="1" destOrd="0" parTransId="{8EF1EBB2-07FF-470F-A17D-0EF32E9D9972}" sibTransId="{5B5C5E45-CBB9-47A9-9851-C043B3B83AC5}"/>
    <dgm:cxn modelId="{7F8C113E-48C0-4D1A-BA19-92B6D371C942}" srcId="{077D7CA5-9DF7-427B-A0EE-40D4B24A6A49}" destId="{F8A65470-0253-44A1-BD69-1EA323ECB95A}" srcOrd="0" destOrd="0" parTransId="{274EDE2F-B858-4337-B004-35906D867E81}" sibTransId="{D21D039E-2D89-4518-9DAE-36912D14F52D}"/>
    <dgm:cxn modelId="{FF363942-F16D-4D59-8178-0CC65E7695F6}" type="presOf" srcId="{6F336F8D-3BBB-4BF9-8111-F643189B7515}" destId="{F99B7EEB-0DAC-41ED-9512-FE7F092A0753}" srcOrd="0" destOrd="0" presId="urn:microsoft.com/office/officeart/2005/8/layout/hList1"/>
    <dgm:cxn modelId="{3E8D3E6D-6D29-476E-9D78-36AB059B1869}" srcId="{6F336F8D-3BBB-4BF9-8111-F643189B7515}" destId="{077D7CA5-9DF7-427B-A0EE-40D4B24A6A49}" srcOrd="0" destOrd="0" parTransId="{6A0B2016-AAF3-436E-9F00-7AA8DE739A3D}" sibTransId="{8606D855-BA17-4174-8C3E-24AF1793DC19}"/>
    <dgm:cxn modelId="{71DB5E74-52BD-437F-B0C4-9168E4AD0D79}" type="presOf" srcId="{F8A65470-0253-44A1-BD69-1EA323ECB95A}" destId="{3203D589-FE61-44F4-9C1C-8A98CB54B880}" srcOrd="0" destOrd="0" presId="urn:microsoft.com/office/officeart/2005/8/layout/hList1"/>
    <dgm:cxn modelId="{65C9C354-930A-4292-B7A6-FC6EF2DD3D25}" srcId="{077D7CA5-9DF7-427B-A0EE-40D4B24A6A49}" destId="{3E09FC00-E061-405B-AC8A-76F7D706026E}" srcOrd="2" destOrd="0" parTransId="{4698E84A-DDF7-472E-9E2E-36A38411CDF4}" sibTransId="{F3347362-B2C2-4B2A-A300-5E6629B41A4B}"/>
    <dgm:cxn modelId="{7FA1D5FE-9605-498F-947A-AB267AF7CE14}" type="presOf" srcId="{26A80E06-5539-4391-8B6D-52A3674328FE}" destId="{3203D589-FE61-44F4-9C1C-8A98CB54B880}" srcOrd="0" destOrd="1" presId="urn:microsoft.com/office/officeart/2005/8/layout/hList1"/>
    <dgm:cxn modelId="{A3D0F2E7-BF51-44A9-8EB5-E24BF2D57D09}" type="presParOf" srcId="{F99B7EEB-0DAC-41ED-9512-FE7F092A0753}" destId="{4AA9F46E-B2D7-482F-B36A-BC53E387626C}" srcOrd="0" destOrd="0" presId="urn:microsoft.com/office/officeart/2005/8/layout/hList1"/>
    <dgm:cxn modelId="{A0D0EEFA-6B38-4BC3-BECE-260315CED0D7}" type="presParOf" srcId="{4AA9F46E-B2D7-482F-B36A-BC53E387626C}" destId="{FD0D25FB-BF9E-4A09-A02A-8B9CAF6ADC28}" srcOrd="0" destOrd="0" presId="urn:microsoft.com/office/officeart/2005/8/layout/hList1"/>
    <dgm:cxn modelId="{2CF02475-A9A4-4643-9A16-B4488E442911}" type="presParOf" srcId="{4AA9F46E-B2D7-482F-B36A-BC53E387626C}" destId="{3203D589-FE61-44F4-9C1C-8A98CB54B880}"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53A111C-5FE4-4709-8E92-D4D2FC1EFAFA}" type="doc">
      <dgm:prSet loTypeId="urn:microsoft.com/office/officeart/2005/8/layout/hList6" loCatId="list" qsTypeId="urn:microsoft.com/office/officeart/2005/8/quickstyle/simple1#2" qsCatId="simple" csTypeId="urn:microsoft.com/office/officeart/2005/8/colors/colorful1#1" csCatId="colorful" phldr="1"/>
      <dgm:spPr/>
      <dgm:t>
        <a:bodyPr/>
        <a:lstStyle/>
        <a:p>
          <a:endParaRPr lang="en-US"/>
        </a:p>
      </dgm:t>
    </dgm:pt>
    <dgm:pt modelId="{B470F0F8-EFF1-4340-B440-8F5F1D354C13}">
      <dgm:prSet phldrT="[Text]" custT="1"/>
      <dgm:spPr/>
      <dgm:t>
        <a:bodyPr/>
        <a:lstStyle/>
        <a:p>
          <a:pPr>
            <a:buNone/>
          </a:pPr>
          <a:r>
            <a:rPr lang="vi-VN" sz="1800" dirty="0">
              <a:latin typeface="+mn-lt"/>
            </a:rPr>
            <a:t>Đối với ứng viên:</a:t>
          </a:r>
          <a:endParaRPr lang="en-US" sz="1800" dirty="0">
            <a:latin typeface="+mn-lt"/>
          </a:endParaRPr>
        </a:p>
      </dgm:t>
    </dgm:pt>
    <dgm:pt modelId="{27943A8C-A1E9-4174-95D7-A50F6CD79CC3}" type="parTrans" cxnId="{C03C57D3-9FD6-41A9-8704-E840B67AB905}">
      <dgm:prSet/>
      <dgm:spPr/>
      <dgm:t>
        <a:bodyPr/>
        <a:lstStyle/>
        <a:p>
          <a:endParaRPr lang="en-US"/>
        </a:p>
      </dgm:t>
    </dgm:pt>
    <dgm:pt modelId="{EB7A4B26-0F01-4928-86CE-A06DC18A96B8}" type="sibTrans" cxnId="{C03C57D3-9FD6-41A9-8704-E840B67AB905}">
      <dgm:prSet/>
      <dgm:spPr/>
      <dgm:t>
        <a:bodyPr/>
        <a:lstStyle/>
        <a:p>
          <a:endParaRPr lang="en-US"/>
        </a:p>
      </dgm:t>
    </dgm:pt>
    <dgm:pt modelId="{2412237A-D76B-47A1-8026-80DDB0B74CC7}">
      <dgm:prSet phldrT="[Text]" custT="1"/>
      <dgm:spPr>
        <a:solidFill>
          <a:schemeClr val="accent1">
            <a:lumMod val="75000"/>
          </a:schemeClr>
        </a:solidFill>
      </dgm:spPr>
      <dgm:t>
        <a:bodyPr/>
        <a:lstStyle/>
        <a:p>
          <a:pPr>
            <a:buNone/>
          </a:pPr>
          <a:r>
            <a:rPr lang="en-US" sz="1800" dirty="0" err="1">
              <a:latin typeface="+mn-lt"/>
            </a:rPr>
            <a:t>Đối</a:t>
          </a:r>
          <a:r>
            <a:rPr lang="en-US" sz="1800" dirty="0">
              <a:latin typeface="+mn-lt"/>
            </a:rPr>
            <a:t> </a:t>
          </a:r>
          <a:r>
            <a:rPr lang="en-US" sz="1800" dirty="0" err="1">
              <a:latin typeface="+mn-lt"/>
            </a:rPr>
            <a:t>với</a:t>
          </a:r>
          <a:r>
            <a:rPr lang="en-US" sz="1800" dirty="0">
              <a:latin typeface="+mn-lt"/>
            </a:rPr>
            <a:t> </a:t>
          </a:r>
          <a:r>
            <a:rPr lang="en-US" sz="1800" dirty="0" err="1">
              <a:latin typeface="+mn-lt"/>
            </a:rPr>
            <a:t>nhà</a:t>
          </a:r>
          <a:r>
            <a:rPr lang="en-US" sz="1800" dirty="0">
              <a:latin typeface="+mn-lt"/>
            </a:rPr>
            <a:t> </a:t>
          </a:r>
          <a:r>
            <a:rPr lang="en-US" sz="1800" dirty="0" err="1">
              <a:latin typeface="+mn-lt"/>
            </a:rPr>
            <a:t>tuyển</a:t>
          </a:r>
          <a:r>
            <a:rPr lang="en-US" sz="1800" dirty="0">
              <a:latin typeface="+mn-lt"/>
            </a:rPr>
            <a:t> </a:t>
          </a:r>
          <a:r>
            <a:rPr lang="en-US" sz="1800" dirty="0" err="1">
              <a:latin typeface="+mn-lt"/>
            </a:rPr>
            <a:t>dụng</a:t>
          </a:r>
          <a:r>
            <a:rPr lang="en-US" sz="1800" dirty="0">
              <a:latin typeface="+mn-lt"/>
            </a:rPr>
            <a:t>:</a:t>
          </a:r>
        </a:p>
      </dgm:t>
    </dgm:pt>
    <dgm:pt modelId="{3752AE24-F9EF-44AC-B358-72F3E7E69477}" type="sibTrans" cxnId="{A3A9EFC8-6F5F-4506-8661-2D98D5B3CC96}">
      <dgm:prSet/>
      <dgm:spPr/>
      <dgm:t>
        <a:bodyPr/>
        <a:lstStyle/>
        <a:p>
          <a:endParaRPr lang="en-US"/>
        </a:p>
      </dgm:t>
    </dgm:pt>
    <dgm:pt modelId="{58CB1EE4-5012-44B5-9480-9C78070E6ECF}" type="parTrans" cxnId="{A3A9EFC8-6F5F-4506-8661-2D98D5B3CC96}">
      <dgm:prSet/>
      <dgm:spPr/>
      <dgm:t>
        <a:bodyPr/>
        <a:lstStyle/>
        <a:p>
          <a:endParaRPr lang="en-US"/>
        </a:p>
      </dgm:t>
    </dgm:pt>
    <dgm:pt modelId="{1E766F77-E867-47EB-8BDC-FEA4074E3B23}">
      <dgm:prSet phldrT="[Text]" custT="1"/>
      <dgm:spPr/>
      <dgm:t>
        <a:bodyPr/>
        <a:lstStyle/>
        <a:p>
          <a:pPr>
            <a:buNone/>
          </a:pPr>
          <a:r>
            <a:rPr lang="vi-VN" sz="1800" dirty="0">
              <a:latin typeface="+mn-lt"/>
            </a:rPr>
            <a:t>Đối với quản trị viên:</a:t>
          </a:r>
          <a:endParaRPr lang="en-US" sz="1800" dirty="0">
            <a:latin typeface="+mn-lt"/>
          </a:endParaRPr>
        </a:p>
      </dgm:t>
    </dgm:pt>
    <dgm:pt modelId="{CA1DB1EA-4EF5-4132-929D-6546065176AE}" type="sibTrans" cxnId="{50F5D94F-593D-41C5-92A1-6DFFC14DD24A}">
      <dgm:prSet/>
      <dgm:spPr/>
      <dgm:t>
        <a:bodyPr/>
        <a:lstStyle/>
        <a:p>
          <a:endParaRPr lang="en-US"/>
        </a:p>
      </dgm:t>
    </dgm:pt>
    <dgm:pt modelId="{31A37D78-72A1-4C1F-B941-41316ADC745C}" type="parTrans" cxnId="{50F5D94F-593D-41C5-92A1-6DFFC14DD24A}">
      <dgm:prSet/>
      <dgm:spPr/>
      <dgm:t>
        <a:bodyPr/>
        <a:lstStyle/>
        <a:p>
          <a:endParaRPr lang="en-US"/>
        </a:p>
      </dgm:t>
    </dgm:pt>
    <dgm:pt modelId="{EA74906E-7C51-4371-BD7A-8C3BD6183974}">
      <dgm:prSet phldrT="[Text]" phldr="0" custT="1"/>
      <dgm:spPr/>
      <dgm:t>
        <a:bodyPr/>
        <a:lstStyle/>
        <a:p>
          <a:pPr>
            <a:buNone/>
          </a:pPr>
          <a:r>
            <a:rPr lang="en-US" sz="1800" dirty="0" err="1">
              <a:latin typeface="+mn-lt"/>
            </a:rPr>
            <a:t>Tính</a:t>
          </a:r>
          <a:r>
            <a:rPr lang="en-US" sz="1800" dirty="0">
              <a:latin typeface="+mn-lt"/>
            </a:rPr>
            <a:t> </a:t>
          </a:r>
          <a:r>
            <a:rPr lang="en-US" sz="1800" dirty="0" err="1">
              <a:latin typeface="+mn-lt"/>
            </a:rPr>
            <a:t>năng</a:t>
          </a:r>
          <a:r>
            <a:rPr lang="en-US" sz="1800" dirty="0">
              <a:latin typeface="+mn-lt"/>
            </a:rPr>
            <a:t> </a:t>
          </a:r>
          <a:r>
            <a:rPr lang="en-US" sz="1800" dirty="0" err="1">
              <a:latin typeface="+mn-lt"/>
            </a:rPr>
            <a:t>hỗ</a:t>
          </a:r>
          <a:r>
            <a:rPr lang="en-US" sz="1800" dirty="0">
              <a:latin typeface="+mn-lt"/>
            </a:rPr>
            <a:t> </a:t>
          </a:r>
          <a:r>
            <a:rPr lang="en-US" sz="1800" dirty="0" err="1">
              <a:latin typeface="+mn-lt"/>
            </a:rPr>
            <a:t>trợ</a:t>
          </a:r>
          <a:r>
            <a:rPr lang="en-US" sz="1800" dirty="0">
              <a:latin typeface="+mn-lt"/>
            </a:rPr>
            <a:t>:</a:t>
          </a:r>
        </a:p>
      </dgm:t>
    </dgm:pt>
    <dgm:pt modelId="{DDBB282E-B1C2-4EFC-BD5A-56F329375951}" type="parTrans" cxnId="{236864AD-0EC3-4DD0-A42B-A81C83B66F1C}">
      <dgm:prSet/>
      <dgm:spPr/>
      <dgm:t>
        <a:bodyPr/>
        <a:lstStyle/>
        <a:p>
          <a:endParaRPr lang="en-US"/>
        </a:p>
      </dgm:t>
    </dgm:pt>
    <dgm:pt modelId="{77CB8552-6499-405E-9D5A-BAD65BA12134}" type="sibTrans" cxnId="{236864AD-0EC3-4DD0-A42B-A81C83B66F1C}">
      <dgm:prSet/>
      <dgm:spPr/>
      <dgm:t>
        <a:bodyPr/>
        <a:lstStyle/>
        <a:p>
          <a:endParaRPr lang="en-US"/>
        </a:p>
      </dgm:t>
    </dgm:pt>
    <dgm:pt modelId="{4440AAF5-8AF7-4E6E-9D43-EA9DC797219F}">
      <dgm:prSet phldrT="[Text]" custT="1"/>
      <dgm:spPr/>
      <dgm:t>
        <a:bodyPr/>
        <a:lstStyle/>
        <a:p>
          <a:pPr>
            <a:buNone/>
          </a:pPr>
          <a:r>
            <a:rPr lang="vi-VN" sz="1600" dirty="0">
              <a:latin typeface="+mn-lt"/>
            </a:rPr>
            <a:t>Dễ dàng tìm kiếm việc làm, nộp CV, theo dõi trạng thái đơn ứng tuyển, xem và cập nhật thông tin tài khoản.</a:t>
          </a:r>
          <a:endParaRPr lang="en-US" sz="1600" dirty="0">
            <a:latin typeface="+mn-lt"/>
          </a:endParaRPr>
        </a:p>
      </dgm:t>
    </dgm:pt>
    <dgm:pt modelId="{A1FC628D-CB2E-417D-8272-9D974876C968}" type="parTrans" cxnId="{7FB951EC-3E04-4867-81B7-AF6FB64CF41B}">
      <dgm:prSet/>
      <dgm:spPr/>
      <dgm:t>
        <a:bodyPr/>
        <a:lstStyle/>
        <a:p>
          <a:endParaRPr lang="en-US"/>
        </a:p>
      </dgm:t>
    </dgm:pt>
    <dgm:pt modelId="{8DED2AB6-A196-4111-A5EE-89F6363A7963}" type="sibTrans" cxnId="{7FB951EC-3E04-4867-81B7-AF6FB64CF41B}">
      <dgm:prSet/>
      <dgm:spPr/>
      <dgm:t>
        <a:bodyPr/>
        <a:lstStyle/>
        <a:p>
          <a:endParaRPr lang="en-US"/>
        </a:p>
      </dgm:t>
    </dgm:pt>
    <dgm:pt modelId="{0C2C56C3-733F-4800-A842-42AFFEFD2BD1}">
      <dgm:prSet phldrT="[Text]"/>
      <dgm:spPr>
        <a:solidFill>
          <a:schemeClr val="accent1">
            <a:lumMod val="75000"/>
          </a:schemeClr>
        </a:solidFill>
      </dgm:spPr>
      <dgm:t>
        <a:bodyPr/>
        <a:lstStyle/>
        <a:p>
          <a:pPr>
            <a:buNone/>
          </a:pPr>
          <a:r>
            <a:rPr lang="en-US" sz="1600" dirty="0" err="1">
              <a:latin typeface="+mn-lt"/>
            </a:rPr>
            <a:t>Đăng</a:t>
          </a:r>
          <a:r>
            <a:rPr lang="en-US" sz="1600" dirty="0">
              <a:latin typeface="+mn-lt"/>
            </a:rPr>
            <a:t> tin </a:t>
          </a:r>
          <a:r>
            <a:rPr lang="en-US" sz="1600" dirty="0" err="1">
              <a:latin typeface="+mn-lt"/>
            </a:rPr>
            <a:t>tuyển</a:t>
          </a:r>
          <a:r>
            <a:rPr lang="en-US" sz="1600" dirty="0">
              <a:latin typeface="+mn-lt"/>
            </a:rPr>
            <a:t> </a:t>
          </a:r>
          <a:r>
            <a:rPr lang="en-US" sz="1600" dirty="0" err="1">
              <a:latin typeface="+mn-lt"/>
            </a:rPr>
            <a:t>dụng</a:t>
          </a:r>
          <a:r>
            <a:rPr lang="en-US" sz="1600" dirty="0">
              <a:latin typeface="+mn-lt"/>
            </a:rPr>
            <a:t> </a:t>
          </a:r>
          <a:r>
            <a:rPr lang="en-US" sz="1600" dirty="0" err="1">
              <a:latin typeface="+mn-lt"/>
            </a:rPr>
            <a:t>nhanh</a:t>
          </a:r>
          <a:r>
            <a:rPr lang="en-US" sz="1600" dirty="0">
              <a:latin typeface="+mn-lt"/>
            </a:rPr>
            <a:t> </a:t>
          </a:r>
          <a:r>
            <a:rPr lang="en-US" sz="1600" dirty="0" err="1">
              <a:latin typeface="+mn-lt"/>
            </a:rPr>
            <a:t>chóng</a:t>
          </a:r>
          <a:r>
            <a:rPr lang="en-US" sz="1600" dirty="0">
              <a:latin typeface="+mn-lt"/>
            </a:rPr>
            <a:t>, </a:t>
          </a:r>
          <a:r>
            <a:rPr lang="en-US" sz="1600" dirty="0" err="1">
              <a:latin typeface="+mn-lt"/>
            </a:rPr>
            <a:t>quản</a:t>
          </a:r>
          <a:r>
            <a:rPr lang="en-US" sz="1600" dirty="0">
              <a:latin typeface="+mn-lt"/>
            </a:rPr>
            <a:t> </a:t>
          </a:r>
          <a:r>
            <a:rPr lang="en-US" sz="1600" dirty="0" err="1">
              <a:latin typeface="+mn-lt"/>
            </a:rPr>
            <a:t>lý</a:t>
          </a:r>
          <a:r>
            <a:rPr lang="en-US" sz="1600" dirty="0">
              <a:latin typeface="+mn-lt"/>
            </a:rPr>
            <a:t> tin </a:t>
          </a:r>
          <a:r>
            <a:rPr lang="en-US" sz="1600" dirty="0" err="1">
              <a:latin typeface="+mn-lt"/>
            </a:rPr>
            <a:t>tuyển</a:t>
          </a:r>
          <a:r>
            <a:rPr lang="en-US" sz="1600" dirty="0">
              <a:latin typeface="+mn-lt"/>
            </a:rPr>
            <a:t> </a:t>
          </a:r>
          <a:r>
            <a:rPr lang="en-US" sz="1600" dirty="0" err="1">
              <a:latin typeface="+mn-lt"/>
            </a:rPr>
            <a:t>dụng</a:t>
          </a:r>
          <a:r>
            <a:rPr lang="en-US" sz="1600" dirty="0">
              <a:latin typeface="+mn-lt"/>
            </a:rPr>
            <a:t>, </a:t>
          </a:r>
          <a:r>
            <a:rPr lang="en-US" sz="1600" dirty="0" err="1">
              <a:latin typeface="+mn-lt"/>
            </a:rPr>
            <a:t>xem</a:t>
          </a:r>
          <a:r>
            <a:rPr lang="en-US" sz="1600" dirty="0">
              <a:latin typeface="+mn-lt"/>
            </a:rPr>
            <a:t> </a:t>
          </a:r>
          <a:r>
            <a:rPr lang="en-US" sz="1600" dirty="0" err="1">
              <a:latin typeface="+mn-lt"/>
            </a:rPr>
            <a:t>danh</a:t>
          </a:r>
          <a:r>
            <a:rPr lang="en-US" sz="1600" dirty="0">
              <a:latin typeface="+mn-lt"/>
            </a:rPr>
            <a:t> </a:t>
          </a:r>
          <a:r>
            <a:rPr lang="en-US" sz="1600" dirty="0" err="1">
              <a:latin typeface="+mn-lt"/>
            </a:rPr>
            <a:t>sách</a:t>
          </a:r>
          <a:r>
            <a:rPr lang="en-US" sz="1600" dirty="0">
              <a:latin typeface="+mn-lt"/>
            </a:rPr>
            <a:t> </a:t>
          </a:r>
          <a:r>
            <a:rPr lang="en-US" sz="1600" dirty="0" err="1">
              <a:latin typeface="+mn-lt"/>
            </a:rPr>
            <a:t>ứng</a:t>
          </a:r>
          <a:r>
            <a:rPr lang="en-US" sz="1600" dirty="0">
              <a:latin typeface="+mn-lt"/>
            </a:rPr>
            <a:t> </a:t>
          </a:r>
          <a:r>
            <a:rPr lang="en-US" sz="1600" dirty="0" err="1">
              <a:latin typeface="+mn-lt"/>
            </a:rPr>
            <a:t>viên</a:t>
          </a:r>
          <a:r>
            <a:rPr lang="en-US" sz="1600" dirty="0">
              <a:latin typeface="+mn-lt"/>
            </a:rPr>
            <a:t>, </a:t>
          </a:r>
          <a:r>
            <a:rPr lang="en-US" sz="1600" dirty="0" err="1">
              <a:latin typeface="+mn-lt"/>
            </a:rPr>
            <a:t>cập</a:t>
          </a:r>
          <a:r>
            <a:rPr lang="en-US" sz="1600" dirty="0">
              <a:latin typeface="+mn-lt"/>
            </a:rPr>
            <a:t> </a:t>
          </a:r>
          <a:r>
            <a:rPr lang="en-US" sz="1600" dirty="0" err="1">
              <a:latin typeface="+mn-lt"/>
            </a:rPr>
            <a:t>nhật</a:t>
          </a:r>
          <a:r>
            <a:rPr lang="en-US" sz="1600" dirty="0">
              <a:latin typeface="+mn-lt"/>
            </a:rPr>
            <a:t> </a:t>
          </a:r>
          <a:r>
            <a:rPr lang="en-US" sz="1600" dirty="0" err="1">
              <a:latin typeface="+mn-lt"/>
            </a:rPr>
            <a:t>trạng</a:t>
          </a:r>
          <a:r>
            <a:rPr lang="en-US" sz="1600" dirty="0">
              <a:latin typeface="+mn-lt"/>
            </a:rPr>
            <a:t> </a:t>
          </a:r>
          <a:r>
            <a:rPr lang="en-US" sz="1600" dirty="0" err="1">
              <a:latin typeface="+mn-lt"/>
            </a:rPr>
            <a:t>thái</a:t>
          </a:r>
          <a:r>
            <a:rPr lang="en-US" sz="1600" dirty="0">
              <a:latin typeface="+mn-lt"/>
            </a:rPr>
            <a:t> </a:t>
          </a:r>
          <a:r>
            <a:rPr lang="en-US" sz="1600" dirty="0" err="1">
              <a:latin typeface="+mn-lt"/>
            </a:rPr>
            <a:t>ứng</a:t>
          </a:r>
          <a:r>
            <a:rPr lang="en-US" sz="1600" dirty="0">
              <a:latin typeface="+mn-lt"/>
            </a:rPr>
            <a:t> </a:t>
          </a:r>
          <a:r>
            <a:rPr lang="en-US" sz="1600" dirty="0" err="1">
              <a:latin typeface="+mn-lt"/>
            </a:rPr>
            <a:t>viên</a:t>
          </a:r>
          <a:r>
            <a:rPr lang="en-US" sz="1600" dirty="0">
              <a:latin typeface="+mn-lt"/>
            </a:rPr>
            <a:t>, </a:t>
          </a:r>
          <a:r>
            <a:rPr lang="en-US" sz="1600" dirty="0" err="1">
              <a:latin typeface="+mn-lt"/>
            </a:rPr>
            <a:t>xem</a:t>
          </a:r>
          <a:r>
            <a:rPr lang="en-US" sz="1600" dirty="0">
              <a:latin typeface="+mn-lt"/>
            </a:rPr>
            <a:t> </a:t>
          </a:r>
          <a:r>
            <a:rPr lang="en-US" sz="1600" dirty="0" err="1">
              <a:latin typeface="+mn-lt"/>
            </a:rPr>
            <a:t>và</a:t>
          </a:r>
          <a:r>
            <a:rPr lang="en-US" sz="1600" dirty="0">
              <a:latin typeface="+mn-lt"/>
            </a:rPr>
            <a:t> </a:t>
          </a:r>
          <a:r>
            <a:rPr lang="en-US" sz="1600" dirty="0" err="1">
              <a:latin typeface="+mn-lt"/>
            </a:rPr>
            <a:t>cập</a:t>
          </a:r>
          <a:r>
            <a:rPr lang="en-US" sz="1600" dirty="0">
              <a:latin typeface="+mn-lt"/>
            </a:rPr>
            <a:t> </a:t>
          </a:r>
          <a:r>
            <a:rPr lang="en-US" sz="1600" dirty="0" err="1">
              <a:latin typeface="+mn-lt"/>
            </a:rPr>
            <a:t>nhật</a:t>
          </a:r>
          <a:r>
            <a:rPr lang="en-US" sz="1600" dirty="0">
              <a:latin typeface="+mn-lt"/>
            </a:rPr>
            <a:t> </a:t>
          </a:r>
          <a:r>
            <a:rPr lang="en-US" sz="1600" dirty="0" err="1">
              <a:latin typeface="+mn-lt"/>
            </a:rPr>
            <a:t>thông</a:t>
          </a:r>
          <a:r>
            <a:rPr lang="en-US" sz="1600" dirty="0">
              <a:latin typeface="+mn-lt"/>
            </a:rPr>
            <a:t> tin </a:t>
          </a:r>
          <a:r>
            <a:rPr lang="en-US" sz="1600" dirty="0" err="1">
              <a:latin typeface="+mn-lt"/>
            </a:rPr>
            <a:t>tài</a:t>
          </a:r>
          <a:r>
            <a:rPr lang="en-US" sz="1600" dirty="0">
              <a:latin typeface="+mn-lt"/>
            </a:rPr>
            <a:t> </a:t>
          </a:r>
          <a:r>
            <a:rPr lang="en-US" sz="1600" dirty="0" err="1">
              <a:latin typeface="+mn-lt"/>
            </a:rPr>
            <a:t>khoản</a:t>
          </a:r>
          <a:r>
            <a:rPr lang="en-US" sz="1600" dirty="0">
              <a:latin typeface="+mn-lt"/>
            </a:rPr>
            <a:t>.</a:t>
          </a:r>
        </a:p>
      </dgm:t>
    </dgm:pt>
    <dgm:pt modelId="{95C5B8E8-1187-49BB-83BA-5033B376B2F4}" type="parTrans" cxnId="{06CB00CE-B987-4A8B-B917-41318468515F}">
      <dgm:prSet/>
      <dgm:spPr/>
      <dgm:t>
        <a:bodyPr/>
        <a:lstStyle/>
        <a:p>
          <a:endParaRPr lang="en-US"/>
        </a:p>
      </dgm:t>
    </dgm:pt>
    <dgm:pt modelId="{61D09133-F4BB-466C-8D6E-CBF1209C2AFF}" type="sibTrans" cxnId="{06CB00CE-B987-4A8B-B917-41318468515F}">
      <dgm:prSet/>
      <dgm:spPr/>
      <dgm:t>
        <a:bodyPr/>
        <a:lstStyle/>
        <a:p>
          <a:endParaRPr lang="en-US"/>
        </a:p>
      </dgm:t>
    </dgm:pt>
    <dgm:pt modelId="{AABA89C5-0535-4FFE-A446-F1EE44B51C29}">
      <dgm:prSet phldrT="[Text]"/>
      <dgm:spPr/>
      <dgm:t>
        <a:bodyPr/>
        <a:lstStyle/>
        <a:p>
          <a:pPr>
            <a:buNone/>
          </a:pPr>
          <a:r>
            <a:rPr lang="vi-VN" sz="1600" dirty="0">
              <a:latin typeface="+mn-lt"/>
            </a:rPr>
            <a:t>Quản lý người dùng, yêu cầu xác minh nhà tuyển dụng, tin tuyển dụng, đơn ứng tuyển, thống kê dữ liệu và danh mục hệ thống.</a:t>
          </a:r>
          <a:endParaRPr lang="en-US" sz="1600" dirty="0">
            <a:latin typeface="+mn-lt"/>
          </a:endParaRPr>
        </a:p>
      </dgm:t>
    </dgm:pt>
    <dgm:pt modelId="{97889298-9CCC-4D1E-91F1-3EEC199520D8}" type="parTrans" cxnId="{22067228-BF11-4E86-B6A5-6F604A01FF0D}">
      <dgm:prSet/>
      <dgm:spPr/>
      <dgm:t>
        <a:bodyPr/>
        <a:lstStyle/>
        <a:p>
          <a:endParaRPr lang="en-US"/>
        </a:p>
      </dgm:t>
    </dgm:pt>
    <dgm:pt modelId="{3DC26AD6-482C-4A7A-BC68-AD9040CCB5FA}" type="sibTrans" cxnId="{22067228-BF11-4E86-B6A5-6F604A01FF0D}">
      <dgm:prSet/>
      <dgm:spPr/>
      <dgm:t>
        <a:bodyPr/>
        <a:lstStyle/>
        <a:p>
          <a:endParaRPr lang="en-US"/>
        </a:p>
      </dgm:t>
    </dgm:pt>
    <dgm:pt modelId="{A19DC125-CFBC-4A40-9771-617E98E74AF1}">
      <dgm:prSet phldrT="[Text]" phldr="0"/>
      <dgm:spPr/>
      <dgm:t>
        <a:bodyPr/>
        <a:lstStyle/>
        <a:p>
          <a:pPr>
            <a:buNone/>
          </a:pPr>
          <a:r>
            <a:rPr lang="en-US" sz="1600" dirty="0" err="1">
              <a:latin typeface="+mn-lt"/>
            </a:rPr>
            <a:t>Tích</a:t>
          </a:r>
          <a:r>
            <a:rPr lang="en-US" sz="1600" dirty="0">
              <a:latin typeface="+mn-lt"/>
            </a:rPr>
            <a:t> </a:t>
          </a:r>
          <a:r>
            <a:rPr lang="en-US" sz="1600" dirty="0" err="1">
              <a:latin typeface="+mn-lt"/>
            </a:rPr>
            <a:t>hợp</a:t>
          </a:r>
          <a:r>
            <a:rPr lang="en-US" sz="1600" dirty="0">
              <a:latin typeface="+mn-lt"/>
            </a:rPr>
            <a:t> bot chat </a:t>
          </a:r>
          <a:r>
            <a:rPr lang="en-US" sz="1600" dirty="0" err="1">
              <a:latin typeface="+mn-lt"/>
            </a:rPr>
            <a:t>hỗ</a:t>
          </a:r>
          <a:r>
            <a:rPr lang="en-US" sz="1600" dirty="0">
              <a:latin typeface="+mn-lt"/>
            </a:rPr>
            <a:t> </a:t>
          </a:r>
          <a:r>
            <a:rPr lang="en-US" sz="1600" dirty="0" err="1">
              <a:latin typeface="+mn-lt"/>
            </a:rPr>
            <a:t>trợ</a:t>
          </a:r>
          <a:r>
            <a:rPr lang="en-US" sz="1600" dirty="0">
              <a:latin typeface="+mn-lt"/>
            </a:rPr>
            <a:t> </a:t>
          </a:r>
          <a:r>
            <a:rPr lang="en-US" sz="1600" dirty="0" err="1">
              <a:latin typeface="+mn-lt"/>
            </a:rPr>
            <a:t>tìm</a:t>
          </a:r>
          <a:r>
            <a:rPr lang="en-US" sz="1600" dirty="0">
              <a:latin typeface="+mn-lt"/>
            </a:rPr>
            <a:t> </a:t>
          </a:r>
          <a:r>
            <a:rPr lang="en-US" sz="1600" dirty="0" err="1">
              <a:latin typeface="+mn-lt"/>
            </a:rPr>
            <a:t>việc</a:t>
          </a:r>
          <a:r>
            <a:rPr lang="en-US" sz="1600" dirty="0">
              <a:latin typeface="+mn-lt"/>
            </a:rPr>
            <a:t> </a:t>
          </a:r>
          <a:r>
            <a:rPr lang="en-US" sz="1600" dirty="0" err="1">
              <a:latin typeface="+mn-lt"/>
            </a:rPr>
            <a:t>làm</a:t>
          </a:r>
          <a:r>
            <a:rPr lang="en-US" sz="1600" dirty="0">
              <a:latin typeface="+mn-lt"/>
            </a:rPr>
            <a:t> </a:t>
          </a:r>
          <a:r>
            <a:rPr lang="en-US" sz="1600" dirty="0" err="1">
              <a:latin typeface="+mn-lt"/>
            </a:rPr>
            <a:t>nhanh</a:t>
          </a:r>
          <a:r>
            <a:rPr lang="en-US" sz="1600" dirty="0">
              <a:latin typeface="+mn-lt"/>
            </a:rPr>
            <a:t> </a:t>
          </a:r>
          <a:r>
            <a:rPr lang="en-US" sz="1600" dirty="0" err="1">
              <a:latin typeface="+mn-lt"/>
            </a:rPr>
            <a:t>chóng</a:t>
          </a:r>
          <a:r>
            <a:rPr lang="en-US" sz="1600" dirty="0">
              <a:latin typeface="+mn-lt"/>
            </a:rPr>
            <a:t> </a:t>
          </a:r>
          <a:r>
            <a:rPr lang="en-US" sz="1600" dirty="0" err="1">
              <a:latin typeface="+mn-lt"/>
            </a:rPr>
            <a:t>và</a:t>
          </a:r>
          <a:r>
            <a:rPr lang="en-US" sz="1600" dirty="0">
              <a:latin typeface="+mn-lt"/>
            </a:rPr>
            <a:t> </a:t>
          </a:r>
          <a:r>
            <a:rPr lang="en-US" sz="1600" dirty="0" err="1">
              <a:latin typeface="+mn-lt"/>
            </a:rPr>
            <a:t>dễ</a:t>
          </a:r>
          <a:r>
            <a:rPr lang="en-US" sz="1600" dirty="0">
              <a:latin typeface="+mn-lt"/>
            </a:rPr>
            <a:t> </a:t>
          </a:r>
          <a:r>
            <a:rPr lang="en-US" sz="1600" dirty="0" err="1">
              <a:latin typeface="+mn-lt"/>
            </a:rPr>
            <a:t>dàng</a:t>
          </a:r>
          <a:r>
            <a:rPr lang="en-US" sz="1600" dirty="0">
              <a:latin typeface="+mn-lt"/>
            </a:rPr>
            <a:t>.</a:t>
          </a:r>
        </a:p>
      </dgm:t>
    </dgm:pt>
    <dgm:pt modelId="{A6431681-7BCE-4E49-BFFD-C51F8719C79E}" type="parTrans" cxnId="{24CC871F-B4E4-4CD1-847C-654755582312}">
      <dgm:prSet/>
      <dgm:spPr/>
      <dgm:t>
        <a:bodyPr/>
        <a:lstStyle/>
        <a:p>
          <a:endParaRPr lang="en-US"/>
        </a:p>
      </dgm:t>
    </dgm:pt>
    <dgm:pt modelId="{6431FB44-D3AF-45AF-9A4B-4655BF82F6CE}" type="sibTrans" cxnId="{24CC871F-B4E4-4CD1-847C-654755582312}">
      <dgm:prSet/>
      <dgm:spPr/>
      <dgm:t>
        <a:bodyPr/>
        <a:lstStyle/>
        <a:p>
          <a:endParaRPr lang="en-US"/>
        </a:p>
      </dgm:t>
    </dgm:pt>
    <dgm:pt modelId="{63E8F285-2DF4-41DC-93B3-A8C3F4E00979}" type="pres">
      <dgm:prSet presAssocID="{053A111C-5FE4-4709-8E92-D4D2FC1EFAFA}" presName="Name0" presStyleCnt="0">
        <dgm:presLayoutVars>
          <dgm:dir/>
          <dgm:resizeHandles val="exact"/>
        </dgm:presLayoutVars>
      </dgm:prSet>
      <dgm:spPr/>
    </dgm:pt>
    <dgm:pt modelId="{71817AA1-FF9D-4FA1-A709-0B2AA99C9060}" type="pres">
      <dgm:prSet presAssocID="{B470F0F8-EFF1-4340-B440-8F5F1D354C13}" presName="node" presStyleLbl="node1" presStyleIdx="0" presStyleCnt="4" custScaleX="2000000" custScaleY="83122">
        <dgm:presLayoutVars>
          <dgm:bulletEnabled val="1"/>
        </dgm:presLayoutVars>
      </dgm:prSet>
      <dgm:spPr/>
    </dgm:pt>
    <dgm:pt modelId="{81F9687D-69D5-4970-B599-D20325B8902C}" type="pres">
      <dgm:prSet presAssocID="{EB7A4B26-0F01-4928-86CE-A06DC18A96B8}" presName="sibTrans" presStyleCnt="0"/>
      <dgm:spPr/>
    </dgm:pt>
    <dgm:pt modelId="{E2DA3A5D-33D4-4FB9-8DF2-D3C74DD0144A}" type="pres">
      <dgm:prSet presAssocID="{2412237A-D76B-47A1-8026-80DDB0B74CC7}" presName="node" presStyleLbl="node1" presStyleIdx="1" presStyleCnt="4" custScaleX="2000000" custScaleY="83122">
        <dgm:presLayoutVars>
          <dgm:bulletEnabled val="1"/>
        </dgm:presLayoutVars>
      </dgm:prSet>
      <dgm:spPr/>
    </dgm:pt>
    <dgm:pt modelId="{0B6FCB26-CBBD-4D0E-B2C2-DB320F4C565E}" type="pres">
      <dgm:prSet presAssocID="{3752AE24-F9EF-44AC-B358-72F3E7E69477}" presName="sibTrans" presStyleCnt="0"/>
      <dgm:spPr/>
    </dgm:pt>
    <dgm:pt modelId="{7762EE70-EDC5-465E-860C-CB752C216C8F}" type="pres">
      <dgm:prSet presAssocID="{1E766F77-E867-47EB-8BDC-FEA4074E3B23}" presName="node" presStyleLbl="node1" presStyleIdx="2" presStyleCnt="4" custScaleX="2000000" custScaleY="83122">
        <dgm:presLayoutVars>
          <dgm:bulletEnabled val="1"/>
        </dgm:presLayoutVars>
      </dgm:prSet>
      <dgm:spPr/>
    </dgm:pt>
    <dgm:pt modelId="{15024AA0-9860-4490-9D73-4C883CB2E8C3}" type="pres">
      <dgm:prSet presAssocID="{CA1DB1EA-4EF5-4132-929D-6546065176AE}" presName="sibTrans" presStyleCnt="0"/>
      <dgm:spPr/>
    </dgm:pt>
    <dgm:pt modelId="{41157816-2DB0-4732-B643-7453AB532C23}" type="pres">
      <dgm:prSet presAssocID="{EA74906E-7C51-4371-BD7A-8C3BD6183974}" presName="node" presStyleLbl="node1" presStyleIdx="3" presStyleCnt="4" custScaleX="2000000" custScaleY="83122">
        <dgm:presLayoutVars>
          <dgm:bulletEnabled val="1"/>
        </dgm:presLayoutVars>
      </dgm:prSet>
      <dgm:spPr/>
    </dgm:pt>
  </dgm:ptLst>
  <dgm:cxnLst>
    <dgm:cxn modelId="{8F34FA1B-641B-4462-93A0-86A885230C7D}" type="presOf" srcId="{4440AAF5-8AF7-4E6E-9D43-EA9DC797219F}" destId="{71817AA1-FF9D-4FA1-A709-0B2AA99C9060}" srcOrd="0" destOrd="1" presId="urn:microsoft.com/office/officeart/2005/8/layout/hList6"/>
    <dgm:cxn modelId="{24CC871F-B4E4-4CD1-847C-654755582312}" srcId="{EA74906E-7C51-4371-BD7A-8C3BD6183974}" destId="{A19DC125-CFBC-4A40-9771-617E98E74AF1}" srcOrd="0" destOrd="0" parTransId="{A6431681-7BCE-4E49-BFFD-C51F8719C79E}" sibTransId="{6431FB44-D3AF-45AF-9A4B-4655BF82F6CE}"/>
    <dgm:cxn modelId="{22067228-BF11-4E86-B6A5-6F604A01FF0D}" srcId="{1E766F77-E867-47EB-8BDC-FEA4074E3B23}" destId="{AABA89C5-0535-4FFE-A446-F1EE44B51C29}" srcOrd="0" destOrd="0" parTransId="{97889298-9CCC-4D1E-91F1-3EEC199520D8}" sibTransId="{3DC26AD6-482C-4A7A-BC68-AD9040CCB5FA}"/>
    <dgm:cxn modelId="{4218564C-CC9E-4832-A665-7A99354A359F}" type="presOf" srcId="{053A111C-5FE4-4709-8E92-D4D2FC1EFAFA}" destId="{63E8F285-2DF4-41DC-93B3-A8C3F4E00979}" srcOrd="0" destOrd="0" presId="urn:microsoft.com/office/officeart/2005/8/layout/hList6"/>
    <dgm:cxn modelId="{50F5D94F-593D-41C5-92A1-6DFFC14DD24A}" srcId="{053A111C-5FE4-4709-8E92-D4D2FC1EFAFA}" destId="{1E766F77-E867-47EB-8BDC-FEA4074E3B23}" srcOrd="2" destOrd="0" parTransId="{31A37D78-72A1-4C1F-B941-41316ADC745C}" sibTransId="{CA1DB1EA-4EF5-4132-929D-6546065176AE}"/>
    <dgm:cxn modelId="{AFAF2877-C56D-41A3-B210-8D5832BACF52}" type="presOf" srcId="{A19DC125-CFBC-4A40-9771-617E98E74AF1}" destId="{41157816-2DB0-4732-B643-7453AB532C23}" srcOrd="0" destOrd="1" presId="urn:microsoft.com/office/officeart/2005/8/layout/hList6"/>
    <dgm:cxn modelId="{19A86759-CE3D-45E9-8150-6D3DFCFD001B}" type="presOf" srcId="{EA74906E-7C51-4371-BD7A-8C3BD6183974}" destId="{41157816-2DB0-4732-B643-7453AB532C23}" srcOrd="0" destOrd="0" presId="urn:microsoft.com/office/officeart/2005/8/layout/hList6"/>
    <dgm:cxn modelId="{5D20E680-D3C9-4D89-827B-57401A060EA0}" type="presOf" srcId="{1E766F77-E867-47EB-8BDC-FEA4074E3B23}" destId="{7762EE70-EDC5-465E-860C-CB752C216C8F}" srcOrd="0" destOrd="0" presId="urn:microsoft.com/office/officeart/2005/8/layout/hList6"/>
    <dgm:cxn modelId="{CC2C5693-025C-4D9C-8C39-6C4A9F169417}" type="presOf" srcId="{B470F0F8-EFF1-4340-B440-8F5F1D354C13}" destId="{71817AA1-FF9D-4FA1-A709-0B2AA99C9060}" srcOrd="0" destOrd="0" presId="urn:microsoft.com/office/officeart/2005/8/layout/hList6"/>
    <dgm:cxn modelId="{3C435196-0C98-4125-832C-3EB4332370C7}" type="presOf" srcId="{AABA89C5-0535-4FFE-A446-F1EE44B51C29}" destId="{7762EE70-EDC5-465E-860C-CB752C216C8F}" srcOrd="0" destOrd="1" presId="urn:microsoft.com/office/officeart/2005/8/layout/hList6"/>
    <dgm:cxn modelId="{236864AD-0EC3-4DD0-A42B-A81C83B66F1C}" srcId="{053A111C-5FE4-4709-8E92-D4D2FC1EFAFA}" destId="{EA74906E-7C51-4371-BD7A-8C3BD6183974}" srcOrd="3" destOrd="0" parTransId="{DDBB282E-B1C2-4EFC-BD5A-56F329375951}" sibTransId="{77CB8552-6499-405E-9D5A-BAD65BA12134}"/>
    <dgm:cxn modelId="{A3A9EFC8-6F5F-4506-8661-2D98D5B3CC96}" srcId="{053A111C-5FE4-4709-8E92-D4D2FC1EFAFA}" destId="{2412237A-D76B-47A1-8026-80DDB0B74CC7}" srcOrd="1" destOrd="0" parTransId="{58CB1EE4-5012-44B5-9480-9C78070E6ECF}" sibTransId="{3752AE24-F9EF-44AC-B358-72F3E7E69477}"/>
    <dgm:cxn modelId="{F62317CD-D2B5-46ED-BE64-823E57EB1F6F}" type="presOf" srcId="{0C2C56C3-733F-4800-A842-42AFFEFD2BD1}" destId="{E2DA3A5D-33D4-4FB9-8DF2-D3C74DD0144A}" srcOrd="0" destOrd="1" presId="urn:microsoft.com/office/officeart/2005/8/layout/hList6"/>
    <dgm:cxn modelId="{06CB00CE-B987-4A8B-B917-41318468515F}" srcId="{2412237A-D76B-47A1-8026-80DDB0B74CC7}" destId="{0C2C56C3-733F-4800-A842-42AFFEFD2BD1}" srcOrd="0" destOrd="0" parTransId="{95C5B8E8-1187-49BB-83BA-5033B376B2F4}" sibTransId="{61D09133-F4BB-466C-8D6E-CBF1209C2AFF}"/>
    <dgm:cxn modelId="{C03C57D3-9FD6-41A9-8704-E840B67AB905}" srcId="{053A111C-5FE4-4709-8E92-D4D2FC1EFAFA}" destId="{B470F0F8-EFF1-4340-B440-8F5F1D354C13}" srcOrd="0" destOrd="0" parTransId="{27943A8C-A1E9-4174-95D7-A50F6CD79CC3}" sibTransId="{EB7A4B26-0F01-4928-86CE-A06DC18A96B8}"/>
    <dgm:cxn modelId="{BA60D4E7-21EC-4885-87E8-4143060B8F5E}" type="presOf" srcId="{2412237A-D76B-47A1-8026-80DDB0B74CC7}" destId="{E2DA3A5D-33D4-4FB9-8DF2-D3C74DD0144A}" srcOrd="0" destOrd="0" presId="urn:microsoft.com/office/officeart/2005/8/layout/hList6"/>
    <dgm:cxn modelId="{7FB951EC-3E04-4867-81B7-AF6FB64CF41B}" srcId="{B470F0F8-EFF1-4340-B440-8F5F1D354C13}" destId="{4440AAF5-8AF7-4E6E-9D43-EA9DC797219F}" srcOrd="0" destOrd="0" parTransId="{A1FC628D-CB2E-417D-8272-9D974876C968}" sibTransId="{8DED2AB6-A196-4111-A5EE-89F6363A7963}"/>
    <dgm:cxn modelId="{EB563113-143C-4D9E-BCB0-7F61362C0072}" type="presParOf" srcId="{63E8F285-2DF4-41DC-93B3-A8C3F4E00979}" destId="{71817AA1-FF9D-4FA1-A709-0B2AA99C9060}" srcOrd="0" destOrd="0" presId="urn:microsoft.com/office/officeart/2005/8/layout/hList6"/>
    <dgm:cxn modelId="{A37A7BDE-4129-4924-9992-F8AA03F4C3DD}" type="presParOf" srcId="{63E8F285-2DF4-41DC-93B3-A8C3F4E00979}" destId="{81F9687D-69D5-4970-B599-D20325B8902C}" srcOrd="1" destOrd="0" presId="urn:microsoft.com/office/officeart/2005/8/layout/hList6"/>
    <dgm:cxn modelId="{954DFACF-58D7-414A-91E3-1E056E83936F}" type="presParOf" srcId="{63E8F285-2DF4-41DC-93B3-A8C3F4E00979}" destId="{E2DA3A5D-33D4-4FB9-8DF2-D3C74DD0144A}" srcOrd="2" destOrd="0" presId="urn:microsoft.com/office/officeart/2005/8/layout/hList6"/>
    <dgm:cxn modelId="{A7F517F4-B42B-49C9-BB13-DF3AD645D59F}" type="presParOf" srcId="{63E8F285-2DF4-41DC-93B3-A8C3F4E00979}" destId="{0B6FCB26-CBBD-4D0E-B2C2-DB320F4C565E}" srcOrd="3" destOrd="0" presId="urn:microsoft.com/office/officeart/2005/8/layout/hList6"/>
    <dgm:cxn modelId="{1D277362-9295-4B8A-8E45-6F9D51872509}" type="presParOf" srcId="{63E8F285-2DF4-41DC-93B3-A8C3F4E00979}" destId="{7762EE70-EDC5-465E-860C-CB752C216C8F}" srcOrd="4" destOrd="0" presId="urn:microsoft.com/office/officeart/2005/8/layout/hList6"/>
    <dgm:cxn modelId="{DEC821C2-007B-402D-B5EC-452E016C6109}" type="presParOf" srcId="{63E8F285-2DF4-41DC-93B3-A8C3F4E00979}" destId="{15024AA0-9860-4490-9D73-4C883CB2E8C3}" srcOrd="5" destOrd="0" presId="urn:microsoft.com/office/officeart/2005/8/layout/hList6"/>
    <dgm:cxn modelId="{9D4879BD-D3F1-407C-9065-906DFCD48318}" type="presParOf" srcId="{63E8F285-2DF4-41DC-93B3-A8C3F4E00979}" destId="{41157816-2DB0-4732-B643-7453AB532C23}" srcOrd="6" destOrd="0" presId="urn:microsoft.com/office/officeart/2005/8/layout/hList6"/>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E1425B1-410E-4AE8-BF3D-1FA87DBC292D}" type="doc">
      <dgm:prSet loTypeId="urn:microsoft.com/office/officeart/2005/8/layout/hProcess9#1" loCatId="process" qsTypeId="urn:microsoft.com/office/officeart/2005/8/quickstyle/simple1#3" qsCatId="simple" csTypeId="urn:microsoft.com/office/officeart/2005/8/colors/accent1_2#2" csCatId="accent1" phldr="1"/>
      <dgm:spPr/>
      <dgm:t>
        <a:bodyPr/>
        <a:lstStyle/>
        <a:p>
          <a:endParaRPr lang="en-US"/>
        </a:p>
      </dgm:t>
    </dgm:pt>
    <dgm:pt modelId="{A9C8D301-A095-4FF2-B47C-F37EE97C25C6}">
      <dgm:prSet/>
      <dgm:spPr/>
      <dgm:t>
        <a:bodyPr/>
        <a:lstStyle/>
        <a:p>
          <a:r>
            <a:rPr lang="vi-VN" dirty="0"/>
            <a:t>Bối cảnh: Nhu cầu tìm việc làm nhanh chóng, hiệu quả và minh bạch của người lao động Việt Nam ngày càng cao trong bối cảnh thị trường lao động cạnh tranh và chuyển đổi số. </a:t>
          </a:r>
          <a:endParaRPr lang="en-US" dirty="0"/>
        </a:p>
      </dgm:t>
    </dgm:pt>
    <dgm:pt modelId="{9E4D3460-12C8-4445-8817-9E93EFCB34B2}" type="parTrans" cxnId="{E6BA2789-5CD9-403A-8BD6-71C6DD2A75AC}">
      <dgm:prSet/>
      <dgm:spPr/>
      <dgm:t>
        <a:bodyPr/>
        <a:lstStyle/>
        <a:p>
          <a:endParaRPr lang="en-US"/>
        </a:p>
      </dgm:t>
    </dgm:pt>
    <dgm:pt modelId="{ABEF47A0-84B2-4E0F-A4E3-97F313730459}" type="sibTrans" cxnId="{E6BA2789-5CD9-403A-8BD6-71C6DD2A75AC}">
      <dgm:prSet/>
      <dgm:spPr/>
      <dgm:t>
        <a:bodyPr/>
        <a:lstStyle/>
        <a:p>
          <a:endParaRPr lang="en-US"/>
        </a:p>
      </dgm:t>
    </dgm:pt>
    <dgm:pt modelId="{038305F9-1A12-405F-81CB-3021C644FD11}">
      <dgm:prSet/>
      <dgm:spPr/>
      <dgm:t>
        <a:bodyPr/>
        <a:lstStyle/>
        <a:p>
          <a:r>
            <a:rPr lang="vi-VN" dirty="0"/>
            <a:t>Vấn đề: </a:t>
          </a:r>
          <a:r>
            <a:rPr lang="en-US" dirty="0"/>
            <a:t>Các </a:t>
          </a:r>
          <a:r>
            <a:rPr lang="en-US" dirty="0" err="1"/>
            <a:t>nền</a:t>
          </a:r>
          <a:r>
            <a:rPr lang="en-US" dirty="0"/>
            <a:t> </a:t>
          </a:r>
          <a:r>
            <a:rPr lang="en-US" dirty="0" err="1"/>
            <a:t>tảng</a:t>
          </a:r>
          <a:r>
            <a:rPr lang="en-US" dirty="0"/>
            <a:t> </a:t>
          </a:r>
          <a:r>
            <a:rPr lang="en-US" dirty="0" err="1"/>
            <a:t>hiện</a:t>
          </a:r>
          <a:r>
            <a:rPr lang="en-US" dirty="0"/>
            <a:t> </a:t>
          </a:r>
          <a:r>
            <a:rPr lang="en-US" dirty="0" err="1"/>
            <a:t>tại</a:t>
          </a:r>
          <a:r>
            <a:rPr lang="en-US" dirty="0"/>
            <a:t> </a:t>
          </a:r>
          <a:r>
            <a:rPr lang="en-US" dirty="0" err="1"/>
            <a:t>hạn</a:t>
          </a:r>
          <a:r>
            <a:rPr lang="en-US" dirty="0"/>
            <a:t> </a:t>
          </a:r>
          <a:r>
            <a:rPr lang="en-US" dirty="0" err="1"/>
            <a:t>chế</a:t>
          </a:r>
          <a:r>
            <a:rPr lang="en-US" dirty="0"/>
            <a:t> </a:t>
          </a:r>
          <a:r>
            <a:rPr lang="en-US" dirty="0" err="1"/>
            <a:t>về</a:t>
          </a:r>
          <a:r>
            <a:rPr lang="en-US" dirty="0"/>
            <a:t> </a:t>
          </a:r>
          <a:r>
            <a:rPr lang="en-US" dirty="0" err="1"/>
            <a:t>cập</a:t>
          </a:r>
          <a:r>
            <a:rPr lang="en-US" dirty="0"/>
            <a:t> </a:t>
          </a:r>
          <a:r>
            <a:rPr lang="en-US" dirty="0" err="1"/>
            <a:t>nhật</a:t>
          </a:r>
          <a:r>
            <a:rPr lang="en-US" dirty="0"/>
            <a:t> </a:t>
          </a:r>
          <a:r>
            <a:rPr lang="en-US" dirty="0" err="1"/>
            <a:t>thông</a:t>
          </a:r>
          <a:r>
            <a:rPr lang="en-US" dirty="0"/>
            <a:t> tin, </a:t>
          </a:r>
          <a:r>
            <a:rPr lang="en-US" dirty="0" err="1"/>
            <a:t>minh</a:t>
          </a:r>
          <a:r>
            <a:rPr lang="en-US" dirty="0"/>
            <a:t> </a:t>
          </a:r>
          <a:r>
            <a:rPr lang="en-US" dirty="0" err="1"/>
            <a:t>bạch</a:t>
          </a:r>
          <a:r>
            <a:rPr lang="en-US" dirty="0"/>
            <a:t> </a:t>
          </a:r>
          <a:r>
            <a:rPr lang="en-US" dirty="0" err="1"/>
            <a:t>thấp</a:t>
          </a:r>
          <a:r>
            <a:rPr lang="en-US" dirty="0"/>
            <a:t>, </a:t>
          </a:r>
          <a:r>
            <a:rPr lang="en-US" dirty="0" err="1"/>
            <a:t>dễ</a:t>
          </a:r>
          <a:r>
            <a:rPr lang="en-US" dirty="0"/>
            <a:t> </a:t>
          </a:r>
          <a:r>
            <a:rPr lang="en-US" dirty="0" err="1"/>
            <a:t>có</a:t>
          </a:r>
          <a:r>
            <a:rPr lang="en-US" dirty="0"/>
            <a:t> tin </a:t>
          </a:r>
          <a:r>
            <a:rPr lang="en-US" dirty="0" err="1"/>
            <a:t>giả</a:t>
          </a:r>
          <a:r>
            <a:rPr lang="en-US" dirty="0"/>
            <a:t>, </a:t>
          </a:r>
          <a:r>
            <a:rPr lang="en-US" dirty="0" err="1"/>
            <a:t>quy</a:t>
          </a:r>
          <a:r>
            <a:rPr lang="en-US" dirty="0"/>
            <a:t> </a:t>
          </a:r>
          <a:r>
            <a:rPr lang="en-US" dirty="0" err="1"/>
            <a:t>trình</a:t>
          </a:r>
          <a:r>
            <a:rPr lang="en-US" dirty="0"/>
            <a:t> </a:t>
          </a:r>
          <a:r>
            <a:rPr lang="en-US" dirty="0" err="1"/>
            <a:t>ứng</a:t>
          </a:r>
          <a:r>
            <a:rPr lang="en-US" dirty="0"/>
            <a:t> </a:t>
          </a:r>
          <a:r>
            <a:rPr lang="en-US" dirty="0" err="1"/>
            <a:t>tuyển</a:t>
          </a:r>
          <a:r>
            <a:rPr lang="en-US" dirty="0"/>
            <a:t> </a:t>
          </a:r>
          <a:r>
            <a:rPr lang="en-US" dirty="0" err="1"/>
            <a:t>phức</a:t>
          </a:r>
          <a:r>
            <a:rPr lang="en-US" dirty="0"/>
            <a:t> </a:t>
          </a:r>
          <a:r>
            <a:rPr lang="en-US" dirty="0" err="1"/>
            <a:t>tạp</a:t>
          </a:r>
          <a:r>
            <a:rPr lang="en-US" dirty="0"/>
            <a:t>, </a:t>
          </a:r>
          <a:r>
            <a:rPr lang="en-US" dirty="0" err="1"/>
            <a:t>thiếu</a:t>
          </a:r>
          <a:r>
            <a:rPr lang="en-US" dirty="0"/>
            <a:t> </a:t>
          </a:r>
          <a:r>
            <a:rPr lang="en-US" dirty="0" err="1"/>
            <a:t>hỗ</a:t>
          </a:r>
          <a:r>
            <a:rPr lang="en-US" dirty="0"/>
            <a:t> </a:t>
          </a:r>
          <a:r>
            <a:rPr lang="en-US" dirty="0" err="1"/>
            <a:t>trợ</a:t>
          </a:r>
          <a:r>
            <a:rPr lang="en-US" dirty="0"/>
            <a:t> </a:t>
          </a:r>
          <a:r>
            <a:rPr lang="en-US" dirty="0" err="1"/>
            <a:t>quản</a:t>
          </a:r>
          <a:r>
            <a:rPr lang="en-US" dirty="0"/>
            <a:t> </a:t>
          </a:r>
          <a:r>
            <a:rPr lang="en-US" dirty="0" err="1"/>
            <a:t>lý</a:t>
          </a:r>
          <a:r>
            <a:rPr lang="en-US" dirty="0"/>
            <a:t> </a:t>
          </a:r>
          <a:r>
            <a:rPr lang="en-US" dirty="0" err="1"/>
            <a:t>hiệu</a:t>
          </a:r>
          <a:r>
            <a:rPr lang="en-US" dirty="0"/>
            <a:t> </a:t>
          </a:r>
          <a:r>
            <a:rPr lang="en-US" dirty="0" err="1"/>
            <a:t>quả</a:t>
          </a:r>
          <a:r>
            <a:rPr lang="en-US" dirty="0"/>
            <a:t> </a:t>
          </a:r>
          <a:r>
            <a:rPr lang="en-US" dirty="0" err="1"/>
            <a:t>cho</a:t>
          </a:r>
          <a:r>
            <a:rPr lang="en-US" dirty="0"/>
            <a:t> </a:t>
          </a:r>
          <a:r>
            <a:rPr lang="en-US" dirty="0" err="1"/>
            <a:t>ứng</a:t>
          </a:r>
          <a:r>
            <a:rPr lang="en-US" dirty="0"/>
            <a:t> </a:t>
          </a:r>
          <a:r>
            <a:rPr lang="en-US" dirty="0" err="1"/>
            <a:t>viên</a:t>
          </a:r>
          <a:r>
            <a:rPr lang="en-US" dirty="0"/>
            <a:t> </a:t>
          </a:r>
          <a:r>
            <a:rPr lang="en-US" dirty="0" err="1"/>
            <a:t>và</a:t>
          </a:r>
          <a:r>
            <a:rPr lang="en-US" dirty="0"/>
            <a:t> </a:t>
          </a:r>
          <a:r>
            <a:rPr lang="en-US" dirty="0" err="1"/>
            <a:t>nhà</a:t>
          </a:r>
          <a:r>
            <a:rPr lang="en-US" dirty="0"/>
            <a:t> </a:t>
          </a:r>
          <a:r>
            <a:rPr lang="en-US" dirty="0" err="1"/>
            <a:t>tuyển</a:t>
          </a:r>
          <a:r>
            <a:rPr lang="en-US" dirty="0"/>
            <a:t> </a:t>
          </a:r>
          <a:r>
            <a:rPr lang="en-US" dirty="0" err="1"/>
            <a:t>dụng</a:t>
          </a:r>
          <a:r>
            <a:rPr lang="en-US" dirty="0"/>
            <a:t>.</a:t>
          </a:r>
        </a:p>
      </dgm:t>
    </dgm:pt>
    <dgm:pt modelId="{F461AB7B-A42E-45BF-A8A9-8FD140DAB82C}" type="parTrans" cxnId="{36FAF62D-7BD4-4C3D-8383-D3D06A2F2017}">
      <dgm:prSet/>
      <dgm:spPr/>
      <dgm:t>
        <a:bodyPr/>
        <a:lstStyle/>
        <a:p>
          <a:endParaRPr lang="en-US"/>
        </a:p>
      </dgm:t>
    </dgm:pt>
    <dgm:pt modelId="{8AAAA7B7-B4C5-4711-8BF3-B6A712AC7967}" type="sibTrans" cxnId="{36FAF62D-7BD4-4C3D-8383-D3D06A2F2017}">
      <dgm:prSet/>
      <dgm:spPr/>
      <dgm:t>
        <a:bodyPr/>
        <a:lstStyle/>
        <a:p>
          <a:endParaRPr lang="en-US"/>
        </a:p>
      </dgm:t>
    </dgm:pt>
    <dgm:pt modelId="{4BEE1230-EC6C-4478-BC47-20679DECE6AB}">
      <dgm:prSet/>
      <dgm:spPr/>
      <dgm:t>
        <a:bodyPr/>
        <a:lstStyle/>
        <a:p>
          <a:r>
            <a:rPr lang="vi-VN" dirty="0"/>
            <a:t>Mục tiêu:</a:t>
          </a:r>
          <a:r>
            <a:rPr lang="en-US" dirty="0"/>
            <a:t> </a:t>
          </a:r>
          <a:r>
            <a:rPr lang="vi-VN" dirty="0"/>
            <a:t>Xây dựng website tìm việc làm trực tuyến với các chức năng chính: tìm kiếm/ứng tuyển việc làm, quản lý hồ sơ ứng viên</a:t>
          </a:r>
          <a:r>
            <a:rPr lang="en-US" dirty="0"/>
            <a:t>,</a:t>
          </a:r>
          <a:r>
            <a:rPr lang="vi-VN" dirty="0"/>
            <a:t> đơn ứng tuyển, quản lý tin tuyển dụng</a:t>
          </a:r>
          <a:r>
            <a:rPr lang="en-US" dirty="0"/>
            <a:t>,</a:t>
          </a:r>
          <a:r>
            <a:rPr lang="vi-VN" dirty="0"/>
            <a:t> nhà tuyển dụng, quản lý danh mục hệ thống, vai trò người dùng, quản trị viên, thống kê dữ liệu và bot chat hỗ trợ.</a:t>
          </a:r>
          <a:endParaRPr lang="en-US" dirty="0"/>
        </a:p>
      </dgm:t>
    </dgm:pt>
    <dgm:pt modelId="{63F6F904-198A-4303-A2BD-17F6A35A1820}" type="parTrans" cxnId="{45EED08C-24E7-497F-B79C-22B7026B2C5F}">
      <dgm:prSet/>
      <dgm:spPr/>
      <dgm:t>
        <a:bodyPr/>
        <a:lstStyle/>
        <a:p>
          <a:endParaRPr lang="en-US"/>
        </a:p>
      </dgm:t>
    </dgm:pt>
    <dgm:pt modelId="{477F8DA7-865C-4EA5-9C9A-F2B3DA4C887F}" type="sibTrans" cxnId="{45EED08C-24E7-497F-B79C-22B7026B2C5F}">
      <dgm:prSet/>
      <dgm:spPr/>
      <dgm:t>
        <a:bodyPr/>
        <a:lstStyle/>
        <a:p>
          <a:endParaRPr lang="en-US"/>
        </a:p>
      </dgm:t>
    </dgm:pt>
    <dgm:pt modelId="{EA8CBB7D-132E-4590-B924-D047E20BEFC6}" type="pres">
      <dgm:prSet presAssocID="{1E1425B1-410E-4AE8-BF3D-1FA87DBC292D}" presName="CompostProcess" presStyleCnt="0">
        <dgm:presLayoutVars>
          <dgm:dir/>
          <dgm:resizeHandles val="exact"/>
        </dgm:presLayoutVars>
      </dgm:prSet>
      <dgm:spPr/>
    </dgm:pt>
    <dgm:pt modelId="{3A9D7923-46CD-4FF2-BAF0-E800AD5E48DE}" type="pres">
      <dgm:prSet presAssocID="{1E1425B1-410E-4AE8-BF3D-1FA87DBC292D}" presName="arrow" presStyleLbl="bgShp" presStyleIdx="0" presStyleCnt="1"/>
      <dgm:spPr/>
    </dgm:pt>
    <dgm:pt modelId="{7FC35019-D2FC-4DA7-9178-B734B2CBC3EF}" type="pres">
      <dgm:prSet presAssocID="{1E1425B1-410E-4AE8-BF3D-1FA87DBC292D}" presName="linearProcess" presStyleCnt="0"/>
      <dgm:spPr/>
    </dgm:pt>
    <dgm:pt modelId="{50B411E8-4FB3-498D-ABAB-7178CAF31A55}" type="pres">
      <dgm:prSet presAssocID="{A9C8D301-A095-4FF2-B47C-F37EE97C25C6}" presName="textNode" presStyleLbl="node1" presStyleIdx="0" presStyleCnt="3">
        <dgm:presLayoutVars>
          <dgm:bulletEnabled val="1"/>
        </dgm:presLayoutVars>
      </dgm:prSet>
      <dgm:spPr/>
    </dgm:pt>
    <dgm:pt modelId="{D71CAABC-19FF-4113-A2C7-CEEA066D255D}" type="pres">
      <dgm:prSet presAssocID="{ABEF47A0-84B2-4E0F-A4E3-97F313730459}" presName="sibTrans" presStyleCnt="0"/>
      <dgm:spPr/>
    </dgm:pt>
    <dgm:pt modelId="{2F48A531-A719-419D-BB60-8DA34F443A51}" type="pres">
      <dgm:prSet presAssocID="{038305F9-1A12-405F-81CB-3021C644FD11}" presName="textNode" presStyleLbl="node1" presStyleIdx="1" presStyleCnt="3">
        <dgm:presLayoutVars>
          <dgm:bulletEnabled val="1"/>
        </dgm:presLayoutVars>
      </dgm:prSet>
      <dgm:spPr/>
    </dgm:pt>
    <dgm:pt modelId="{CA6ADCBE-58F7-4288-91A9-689BE5B1B26D}" type="pres">
      <dgm:prSet presAssocID="{8AAAA7B7-B4C5-4711-8BF3-B6A712AC7967}" presName="sibTrans" presStyleCnt="0"/>
      <dgm:spPr/>
    </dgm:pt>
    <dgm:pt modelId="{5C4B3525-FF6E-4C09-8996-747A585601BA}" type="pres">
      <dgm:prSet presAssocID="{4BEE1230-EC6C-4478-BC47-20679DECE6AB}" presName="textNode" presStyleLbl="node1" presStyleIdx="2" presStyleCnt="3">
        <dgm:presLayoutVars>
          <dgm:bulletEnabled val="1"/>
        </dgm:presLayoutVars>
      </dgm:prSet>
      <dgm:spPr/>
    </dgm:pt>
  </dgm:ptLst>
  <dgm:cxnLst>
    <dgm:cxn modelId="{07E4C028-1A42-428C-92B3-5D02C5369BA6}" type="presOf" srcId="{038305F9-1A12-405F-81CB-3021C644FD11}" destId="{2F48A531-A719-419D-BB60-8DA34F443A51}" srcOrd="0" destOrd="0" presId="urn:microsoft.com/office/officeart/2005/8/layout/hProcess9#1"/>
    <dgm:cxn modelId="{36FAF62D-7BD4-4C3D-8383-D3D06A2F2017}" srcId="{1E1425B1-410E-4AE8-BF3D-1FA87DBC292D}" destId="{038305F9-1A12-405F-81CB-3021C644FD11}" srcOrd="1" destOrd="0" parTransId="{F461AB7B-A42E-45BF-A8A9-8FD140DAB82C}" sibTransId="{8AAAA7B7-B4C5-4711-8BF3-B6A712AC7967}"/>
    <dgm:cxn modelId="{DE737E3D-C597-457A-87B6-682A61A094AF}" type="presOf" srcId="{4BEE1230-EC6C-4478-BC47-20679DECE6AB}" destId="{5C4B3525-FF6E-4C09-8996-747A585601BA}" srcOrd="0" destOrd="0" presId="urn:microsoft.com/office/officeart/2005/8/layout/hProcess9#1"/>
    <dgm:cxn modelId="{A4D30785-3667-4F77-A03C-48ECED72F53C}" type="presOf" srcId="{A9C8D301-A095-4FF2-B47C-F37EE97C25C6}" destId="{50B411E8-4FB3-498D-ABAB-7178CAF31A55}" srcOrd="0" destOrd="0" presId="urn:microsoft.com/office/officeart/2005/8/layout/hProcess9#1"/>
    <dgm:cxn modelId="{E6BA2789-5CD9-403A-8BD6-71C6DD2A75AC}" srcId="{1E1425B1-410E-4AE8-BF3D-1FA87DBC292D}" destId="{A9C8D301-A095-4FF2-B47C-F37EE97C25C6}" srcOrd="0" destOrd="0" parTransId="{9E4D3460-12C8-4445-8817-9E93EFCB34B2}" sibTransId="{ABEF47A0-84B2-4E0F-A4E3-97F313730459}"/>
    <dgm:cxn modelId="{45EED08C-24E7-497F-B79C-22B7026B2C5F}" srcId="{1E1425B1-410E-4AE8-BF3D-1FA87DBC292D}" destId="{4BEE1230-EC6C-4478-BC47-20679DECE6AB}" srcOrd="2" destOrd="0" parTransId="{63F6F904-198A-4303-A2BD-17F6A35A1820}" sibTransId="{477F8DA7-865C-4EA5-9C9A-F2B3DA4C887F}"/>
    <dgm:cxn modelId="{9232E8B7-8559-4FE7-BFC3-6351ED1A4655}" type="presOf" srcId="{1E1425B1-410E-4AE8-BF3D-1FA87DBC292D}" destId="{EA8CBB7D-132E-4590-B924-D047E20BEFC6}" srcOrd="0" destOrd="0" presId="urn:microsoft.com/office/officeart/2005/8/layout/hProcess9#1"/>
    <dgm:cxn modelId="{576FB13A-486F-4C50-B238-2B4A064B47DE}" type="presParOf" srcId="{EA8CBB7D-132E-4590-B924-D047E20BEFC6}" destId="{3A9D7923-46CD-4FF2-BAF0-E800AD5E48DE}" srcOrd="0" destOrd="0" presId="urn:microsoft.com/office/officeart/2005/8/layout/hProcess9#1"/>
    <dgm:cxn modelId="{5DA7A5FA-D4B7-423D-884D-BD589ED0F2E3}" type="presParOf" srcId="{EA8CBB7D-132E-4590-B924-D047E20BEFC6}" destId="{7FC35019-D2FC-4DA7-9178-B734B2CBC3EF}" srcOrd="1" destOrd="0" presId="urn:microsoft.com/office/officeart/2005/8/layout/hProcess9#1"/>
    <dgm:cxn modelId="{603ADB96-4109-4DA6-9B12-901F4AC94805}" type="presParOf" srcId="{7FC35019-D2FC-4DA7-9178-B734B2CBC3EF}" destId="{50B411E8-4FB3-498D-ABAB-7178CAF31A55}" srcOrd="0" destOrd="0" presId="urn:microsoft.com/office/officeart/2005/8/layout/hProcess9#1"/>
    <dgm:cxn modelId="{5E1C00EB-1FE8-482F-957E-48ADE7A7E8E8}" type="presParOf" srcId="{7FC35019-D2FC-4DA7-9178-B734B2CBC3EF}" destId="{D71CAABC-19FF-4113-A2C7-CEEA066D255D}" srcOrd="1" destOrd="0" presId="urn:microsoft.com/office/officeart/2005/8/layout/hProcess9#1"/>
    <dgm:cxn modelId="{DEE5897F-4DFE-4DE2-8BEB-DBCDE5F84E18}" type="presParOf" srcId="{7FC35019-D2FC-4DA7-9178-B734B2CBC3EF}" destId="{2F48A531-A719-419D-BB60-8DA34F443A51}" srcOrd="2" destOrd="0" presId="urn:microsoft.com/office/officeart/2005/8/layout/hProcess9#1"/>
    <dgm:cxn modelId="{6D6EF235-723C-449D-A2C8-33A48A81EC88}" type="presParOf" srcId="{7FC35019-D2FC-4DA7-9178-B734B2CBC3EF}" destId="{CA6ADCBE-58F7-4288-91A9-689BE5B1B26D}" srcOrd="3" destOrd="0" presId="urn:microsoft.com/office/officeart/2005/8/layout/hProcess9#1"/>
    <dgm:cxn modelId="{5FB422C5-C894-4871-B7ED-83FFF0F3B39F}" type="presParOf" srcId="{7FC35019-D2FC-4DA7-9178-B734B2CBC3EF}" destId="{5C4B3525-FF6E-4C09-8996-747A585601BA}" srcOrd="4" destOrd="0" presId="urn:microsoft.com/office/officeart/2005/8/layout/hProcess9#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D34DBC0-0EFB-49AD-98FE-5CBD4335B456}" type="doc">
      <dgm:prSet loTypeId="urn:microsoft.com/office/officeart/2005/8/layout/bProcess4#1" loCatId="process" qsTypeId="urn:microsoft.com/office/officeart/2005/8/quickstyle/simple1#4" qsCatId="simple" csTypeId="urn:microsoft.com/office/officeart/2005/8/colors/accent4_2#1" csCatId="accent4" phldr="1"/>
      <dgm:spPr/>
      <dgm:t>
        <a:bodyPr/>
        <a:lstStyle/>
        <a:p>
          <a:endParaRPr lang="en-US"/>
        </a:p>
      </dgm:t>
    </dgm:pt>
    <dgm:pt modelId="{A6374067-2217-4698-9611-D58FE972E33E}">
      <dgm:prSet custT="1"/>
      <dgm:spPr/>
      <dgm:t>
        <a:bodyPr/>
        <a:lstStyle/>
        <a:p>
          <a:r>
            <a:rPr lang="vi-VN" sz="1600" dirty="0"/>
            <a:t>Đăng ký tài khoản</a:t>
          </a:r>
          <a:endParaRPr lang="en-US" sz="1600" dirty="0"/>
        </a:p>
      </dgm:t>
    </dgm:pt>
    <dgm:pt modelId="{1EF44C17-A970-4ED8-B1AF-2359DE84A9D2}" type="parTrans" cxnId="{2BB0FC26-5BDB-4CBC-A05C-DE3B4FABEB87}">
      <dgm:prSet/>
      <dgm:spPr/>
      <dgm:t>
        <a:bodyPr/>
        <a:lstStyle/>
        <a:p>
          <a:endParaRPr lang="en-US"/>
        </a:p>
      </dgm:t>
    </dgm:pt>
    <dgm:pt modelId="{631960E4-9813-4174-A9BD-25742EE8D627}" type="sibTrans" cxnId="{2BB0FC26-5BDB-4CBC-A05C-DE3B4FABEB87}">
      <dgm:prSet/>
      <dgm:spPr/>
      <dgm:t>
        <a:bodyPr/>
        <a:lstStyle/>
        <a:p>
          <a:endParaRPr lang="en-US"/>
        </a:p>
      </dgm:t>
    </dgm:pt>
    <dgm:pt modelId="{A205DA9E-7357-4D49-9F51-9F7714678141}">
      <dgm:prSet custT="1"/>
      <dgm:spPr/>
      <dgm:t>
        <a:bodyPr/>
        <a:lstStyle/>
        <a:p>
          <a:r>
            <a:rPr lang="vi-VN" sz="1600" dirty="0"/>
            <a:t>Đăng nhập/đăng xuất</a:t>
          </a:r>
          <a:endParaRPr lang="en-US" sz="1600" dirty="0"/>
        </a:p>
      </dgm:t>
    </dgm:pt>
    <dgm:pt modelId="{EF96FDB8-4512-4D70-A629-091BA59030DC}" type="parTrans" cxnId="{341C8D98-4208-48F8-A178-DEC5EF150F43}">
      <dgm:prSet/>
      <dgm:spPr/>
      <dgm:t>
        <a:bodyPr/>
        <a:lstStyle/>
        <a:p>
          <a:endParaRPr lang="en-US"/>
        </a:p>
      </dgm:t>
    </dgm:pt>
    <dgm:pt modelId="{41706BC6-3A36-479B-8681-6CBC66B93338}" type="sibTrans" cxnId="{341C8D98-4208-48F8-A178-DEC5EF150F43}">
      <dgm:prSet/>
      <dgm:spPr/>
      <dgm:t>
        <a:bodyPr/>
        <a:lstStyle/>
        <a:p>
          <a:endParaRPr lang="en-US"/>
        </a:p>
      </dgm:t>
    </dgm:pt>
    <dgm:pt modelId="{7615015A-52CF-431B-9DBA-EF60DCDCF68C}">
      <dgm:prSet custT="1"/>
      <dgm:spPr/>
      <dgm:t>
        <a:bodyPr/>
        <a:lstStyle/>
        <a:p>
          <a:r>
            <a:rPr lang="vi-VN" sz="1600" dirty="0"/>
            <a:t>Tìm kiếm việc làm</a:t>
          </a:r>
          <a:endParaRPr lang="en-US" sz="1600" dirty="0"/>
        </a:p>
      </dgm:t>
    </dgm:pt>
    <dgm:pt modelId="{779DE81C-2FB6-4286-AC4F-611C74BEF300}" type="parTrans" cxnId="{5243550A-A671-417B-A9ED-5EC448A46D15}">
      <dgm:prSet/>
      <dgm:spPr/>
      <dgm:t>
        <a:bodyPr/>
        <a:lstStyle/>
        <a:p>
          <a:endParaRPr lang="en-US"/>
        </a:p>
      </dgm:t>
    </dgm:pt>
    <dgm:pt modelId="{A87C732B-3D5E-491A-B17C-79421D123E05}" type="sibTrans" cxnId="{5243550A-A671-417B-A9ED-5EC448A46D15}">
      <dgm:prSet/>
      <dgm:spPr/>
      <dgm:t>
        <a:bodyPr/>
        <a:lstStyle/>
        <a:p>
          <a:endParaRPr lang="en-US"/>
        </a:p>
      </dgm:t>
    </dgm:pt>
    <dgm:pt modelId="{83E95FE2-E088-4DD5-A95C-F134E22D4897}">
      <dgm:prSet custT="1"/>
      <dgm:spPr/>
      <dgm:t>
        <a:bodyPr/>
        <a:lstStyle/>
        <a:p>
          <a:r>
            <a:rPr lang="vi-VN" sz="1600" dirty="0"/>
            <a:t>Lọc việc làm nâng cao</a:t>
          </a:r>
          <a:endParaRPr lang="en-US" sz="1600" dirty="0"/>
        </a:p>
      </dgm:t>
    </dgm:pt>
    <dgm:pt modelId="{71A4190B-1B13-4ED7-A37E-971E955B98D1}" type="parTrans" cxnId="{902BE00E-C485-4865-876C-1385C6CDBEE4}">
      <dgm:prSet/>
      <dgm:spPr/>
      <dgm:t>
        <a:bodyPr/>
        <a:lstStyle/>
        <a:p>
          <a:endParaRPr lang="en-US"/>
        </a:p>
      </dgm:t>
    </dgm:pt>
    <dgm:pt modelId="{B4C53B3A-9868-4143-8BA8-7310E55C68C7}" type="sibTrans" cxnId="{902BE00E-C485-4865-876C-1385C6CDBEE4}">
      <dgm:prSet/>
      <dgm:spPr/>
      <dgm:t>
        <a:bodyPr/>
        <a:lstStyle/>
        <a:p>
          <a:endParaRPr lang="en-US"/>
        </a:p>
      </dgm:t>
    </dgm:pt>
    <dgm:pt modelId="{57E5A3BA-9EFE-48AA-9F9B-CDC3B3108335}">
      <dgm:prSet custT="1"/>
      <dgm:spPr/>
      <dgm:t>
        <a:bodyPr/>
        <a:lstStyle/>
        <a:p>
          <a:r>
            <a:rPr lang="vi-VN" sz="1600" dirty="0"/>
            <a:t>Xem chi tiết tin tuyển dụng</a:t>
          </a:r>
          <a:endParaRPr lang="en-US" sz="1600" dirty="0"/>
        </a:p>
      </dgm:t>
    </dgm:pt>
    <dgm:pt modelId="{453ABFE9-A308-4C32-80E9-47B6B6D6534B}" type="parTrans" cxnId="{4F10FDBF-402F-469C-9B95-0FB66B637144}">
      <dgm:prSet/>
      <dgm:spPr/>
      <dgm:t>
        <a:bodyPr/>
        <a:lstStyle/>
        <a:p>
          <a:endParaRPr lang="en-US"/>
        </a:p>
      </dgm:t>
    </dgm:pt>
    <dgm:pt modelId="{5AAEB258-42A1-412C-B891-8823D8A66662}" type="sibTrans" cxnId="{4F10FDBF-402F-469C-9B95-0FB66B637144}">
      <dgm:prSet/>
      <dgm:spPr/>
      <dgm:t>
        <a:bodyPr/>
        <a:lstStyle/>
        <a:p>
          <a:endParaRPr lang="en-US"/>
        </a:p>
      </dgm:t>
    </dgm:pt>
    <dgm:pt modelId="{DF7BA781-FE94-4133-9099-1FDF779E1DB3}">
      <dgm:prSet custT="1"/>
      <dgm:spPr/>
      <dgm:t>
        <a:bodyPr/>
        <a:lstStyle/>
        <a:p>
          <a:r>
            <a:rPr lang="vi-VN" sz="1600" dirty="0"/>
            <a:t>Ứng tuyển việc làm</a:t>
          </a:r>
          <a:endParaRPr lang="en-US" sz="1600" dirty="0"/>
        </a:p>
      </dgm:t>
    </dgm:pt>
    <dgm:pt modelId="{E3AC65FA-344F-4997-9F3F-E16DDB899B71}" type="parTrans" cxnId="{2353919B-7D7F-4B38-A25A-D18C1F8E75F6}">
      <dgm:prSet/>
      <dgm:spPr/>
      <dgm:t>
        <a:bodyPr/>
        <a:lstStyle/>
        <a:p>
          <a:endParaRPr lang="en-US"/>
        </a:p>
      </dgm:t>
    </dgm:pt>
    <dgm:pt modelId="{7B2AC848-8B4B-4E61-A269-5D82533B09FF}" type="sibTrans" cxnId="{2353919B-7D7F-4B38-A25A-D18C1F8E75F6}">
      <dgm:prSet/>
      <dgm:spPr/>
      <dgm:t>
        <a:bodyPr/>
        <a:lstStyle/>
        <a:p>
          <a:endParaRPr lang="en-US"/>
        </a:p>
      </dgm:t>
    </dgm:pt>
    <dgm:pt modelId="{8BBF4AA3-A31B-467B-A0B6-A5CF70B7C68D}">
      <dgm:prSet custT="1"/>
      <dgm:spPr/>
      <dgm:t>
        <a:bodyPr/>
        <a:lstStyle/>
        <a:p>
          <a:r>
            <a:rPr lang="vi-VN" sz="1600" dirty="0"/>
            <a:t>Đăng tin tuyển dụng</a:t>
          </a:r>
          <a:endParaRPr lang="en-US" sz="1600" dirty="0"/>
        </a:p>
      </dgm:t>
    </dgm:pt>
    <dgm:pt modelId="{9A67E83C-0A46-4432-A33B-9DB333C3F6E7}" type="parTrans" cxnId="{C3FE9F01-5A77-4919-A1A1-EE0C5704196F}">
      <dgm:prSet/>
      <dgm:spPr/>
      <dgm:t>
        <a:bodyPr/>
        <a:lstStyle/>
        <a:p>
          <a:endParaRPr lang="en-US"/>
        </a:p>
      </dgm:t>
    </dgm:pt>
    <dgm:pt modelId="{9483B9A5-2BE9-4318-B361-2BC827041474}" type="sibTrans" cxnId="{C3FE9F01-5A77-4919-A1A1-EE0C5704196F}">
      <dgm:prSet/>
      <dgm:spPr/>
      <dgm:t>
        <a:bodyPr/>
        <a:lstStyle/>
        <a:p>
          <a:endParaRPr lang="en-US"/>
        </a:p>
      </dgm:t>
    </dgm:pt>
    <dgm:pt modelId="{9B84693D-3DFD-4D13-823B-B83286ECE329}">
      <dgm:prSet custT="1"/>
      <dgm:spPr/>
      <dgm:t>
        <a:bodyPr/>
        <a:lstStyle/>
        <a:p>
          <a:r>
            <a:rPr lang="vi-VN" sz="1600" dirty="0"/>
            <a:t>Quản lý tin tuyển dụng</a:t>
          </a:r>
          <a:endParaRPr lang="en-US" sz="1600" dirty="0"/>
        </a:p>
      </dgm:t>
    </dgm:pt>
    <dgm:pt modelId="{BA297F34-EBE8-42E7-ACEF-AB1F31D194CB}" type="parTrans" cxnId="{5455408E-B824-4543-827B-F10CF8255ECF}">
      <dgm:prSet/>
      <dgm:spPr/>
      <dgm:t>
        <a:bodyPr/>
        <a:lstStyle/>
        <a:p>
          <a:endParaRPr lang="en-US"/>
        </a:p>
      </dgm:t>
    </dgm:pt>
    <dgm:pt modelId="{FEE1365F-C07A-4CFD-95ED-EE1FFC2133A5}" type="sibTrans" cxnId="{5455408E-B824-4543-827B-F10CF8255ECF}">
      <dgm:prSet/>
      <dgm:spPr/>
      <dgm:t>
        <a:bodyPr/>
        <a:lstStyle/>
        <a:p>
          <a:endParaRPr lang="en-US"/>
        </a:p>
      </dgm:t>
    </dgm:pt>
    <dgm:pt modelId="{FDD0F078-60F8-40A7-8AD4-45C17B5BB363}">
      <dgm:prSet custT="1"/>
      <dgm:spPr/>
      <dgm:t>
        <a:bodyPr/>
        <a:lstStyle/>
        <a:p>
          <a:r>
            <a:rPr lang="vi-VN" sz="1600" dirty="0"/>
            <a:t>Quản lý đơn ứng tuyển</a:t>
          </a:r>
          <a:endParaRPr lang="en-US" sz="1600" dirty="0"/>
        </a:p>
      </dgm:t>
    </dgm:pt>
    <dgm:pt modelId="{B3445FC5-B22F-4C82-99EB-4410BAFB8541}" type="parTrans" cxnId="{F57B5C2D-FCBB-42EE-88B0-A5135F4E13E0}">
      <dgm:prSet/>
      <dgm:spPr/>
      <dgm:t>
        <a:bodyPr/>
        <a:lstStyle/>
        <a:p>
          <a:endParaRPr lang="en-US"/>
        </a:p>
      </dgm:t>
    </dgm:pt>
    <dgm:pt modelId="{55A310CC-7980-478C-A697-CC81FA50D194}" type="sibTrans" cxnId="{F57B5C2D-FCBB-42EE-88B0-A5135F4E13E0}">
      <dgm:prSet/>
      <dgm:spPr/>
      <dgm:t>
        <a:bodyPr/>
        <a:lstStyle/>
        <a:p>
          <a:endParaRPr lang="en-US"/>
        </a:p>
      </dgm:t>
    </dgm:pt>
    <dgm:pt modelId="{AE783C00-FFFA-4DA9-A0D1-06909C77863A}">
      <dgm:prSet custT="1"/>
      <dgm:spPr/>
      <dgm:t>
        <a:bodyPr/>
        <a:lstStyle/>
        <a:p>
          <a:r>
            <a:rPr lang="vi-VN" sz="1600" dirty="0"/>
            <a:t>Quản lý hồ sơ cá nhân</a:t>
          </a:r>
          <a:endParaRPr lang="en-US" sz="1600" dirty="0"/>
        </a:p>
      </dgm:t>
    </dgm:pt>
    <dgm:pt modelId="{97AA70BE-491E-4958-B8C4-CA24C3A3415E}" type="parTrans" cxnId="{ADF47EFC-C79A-488C-AB95-B79AD140CB30}">
      <dgm:prSet/>
      <dgm:spPr/>
      <dgm:t>
        <a:bodyPr/>
        <a:lstStyle/>
        <a:p>
          <a:endParaRPr lang="en-US"/>
        </a:p>
      </dgm:t>
    </dgm:pt>
    <dgm:pt modelId="{24709F47-60DE-469A-AD2C-DE7327958B48}" type="sibTrans" cxnId="{ADF47EFC-C79A-488C-AB95-B79AD140CB30}">
      <dgm:prSet/>
      <dgm:spPr/>
      <dgm:t>
        <a:bodyPr/>
        <a:lstStyle/>
        <a:p>
          <a:endParaRPr lang="en-US"/>
        </a:p>
      </dgm:t>
    </dgm:pt>
    <dgm:pt modelId="{A4E1C45A-6C38-47EA-88AE-B034213E47AB}">
      <dgm:prSet custT="1"/>
      <dgm:spPr/>
      <dgm:t>
        <a:bodyPr/>
        <a:lstStyle/>
        <a:p>
          <a:r>
            <a:rPr lang="vi-VN" sz="1600" dirty="0"/>
            <a:t>Quản lý thông tin công ty</a:t>
          </a:r>
          <a:endParaRPr lang="en-US" sz="1600" dirty="0"/>
        </a:p>
      </dgm:t>
    </dgm:pt>
    <dgm:pt modelId="{7B2A82CA-D923-4B80-BF8F-F978F3E0B21F}" type="parTrans" cxnId="{85973FC6-5775-4023-ABA5-6DF65F83F2FA}">
      <dgm:prSet/>
      <dgm:spPr/>
      <dgm:t>
        <a:bodyPr/>
        <a:lstStyle/>
        <a:p>
          <a:endParaRPr lang="en-US"/>
        </a:p>
      </dgm:t>
    </dgm:pt>
    <dgm:pt modelId="{3442286F-CCAB-4220-A49B-2E9D20C1F526}" type="sibTrans" cxnId="{85973FC6-5775-4023-ABA5-6DF65F83F2FA}">
      <dgm:prSet/>
      <dgm:spPr/>
      <dgm:t>
        <a:bodyPr/>
        <a:lstStyle/>
        <a:p>
          <a:endParaRPr lang="en-US"/>
        </a:p>
      </dgm:t>
    </dgm:pt>
    <dgm:pt modelId="{1BBB05ED-C7E4-4071-8B14-5BED40E0C475}">
      <dgm:prSet custT="1"/>
      <dgm:spPr/>
      <dgm:t>
        <a:bodyPr/>
        <a:lstStyle/>
        <a:p>
          <a:r>
            <a:rPr lang="vi-VN" sz="1600" dirty="0"/>
            <a:t>Duyệt yêu cầu nhà tuyển dụng</a:t>
          </a:r>
          <a:endParaRPr lang="en-US" sz="1600" dirty="0"/>
        </a:p>
      </dgm:t>
    </dgm:pt>
    <dgm:pt modelId="{0A160B42-9F22-4A77-8834-6DD7EF582210}" type="parTrans" cxnId="{E051E276-2977-4B14-A887-06CDB1933389}">
      <dgm:prSet/>
      <dgm:spPr/>
      <dgm:t>
        <a:bodyPr/>
        <a:lstStyle/>
        <a:p>
          <a:endParaRPr lang="en-US"/>
        </a:p>
      </dgm:t>
    </dgm:pt>
    <dgm:pt modelId="{DF23240E-A0A6-4A99-91C7-9C20D710F8D6}" type="sibTrans" cxnId="{E051E276-2977-4B14-A887-06CDB1933389}">
      <dgm:prSet/>
      <dgm:spPr/>
      <dgm:t>
        <a:bodyPr/>
        <a:lstStyle/>
        <a:p>
          <a:endParaRPr lang="en-US"/>
        </a:p>
      </dgm:t>
    </dgm:pt>
    <dgm:pt modelId="{3CABAF48-9F44-4DB1-9433-D3BE8499B0EE}">
      <dgm:prSet custT="1"/>
      <dgm:spPr/>
      <dgm:t>
        <a:bodyPr/>
        <a:lstStyle/>
        <a:p>
          <a:r>
            <a:rPr lang="vi-VN" sz="1600" dirty="0"/>
            <a:t>Quản lý danh mục hệ thống</a:t>
          </a:r>
          <a:endParaRPr lang="en-US" sz="1600" dirty="0"/>
        </a:p>
      </dgm:t>
    </dgm:pt>
    <dgm:pt modelId="{3319D220-3E67-4103-AFCF-AD93A46A9EC4}" type="parTrans" cxnId="{D22FCD23-5121-406D-B599-ECEF2A1972CB}">
      <dgm:prSet/>
      <dgm:spPr/>
      <dgm:t>
        <a:bodyPr/>
        <a:lstStyle/>
        <a:p>
          <a:endParaRPr lang="en-US"/>
        </a:p>
      </dgm:t>
    </dgm:pt>
    <dgm:pt modelId="{9F0CF240-17BC-4ADA-B020-F7926ED9B62C}" type="sibTrans" cxnId="{D22FCD23-5121-406D-B599-ECEF2A1972CB}">
      <dgm:prSet/>
      <dgm:spPr/>
      <dgm:t>
        <a:bodyPr/>
        <a:lstStyle/>
        <a:p>
          <a:endParaRPr lang="en-US"/>
        </a:p>
      </dgm:t>
    </dgm:pt>
    <dgm:pt modelId="{78B74026-0AC8-4410-94A6-1524A3EE7E50}">
      <dgm:prSet custT="1"/>
      <dgm:spPr/>
      <dgm:t>
        <a:bodyPr/>
        <a:lstStyle/>
        <a:p>
          <a:r>
            <a:rPr lang="vi-VN" sz="1600" dirty="0"/>
            <a:t>Thống kê dữ liệu</a:t>
          </a:r>
          <a:endParaRPr lang="en-US" sz="1600" dirty="0"/>
        </a:p>
      </dgm:t>
    </dgm:pt>
    <dgm:pt modelId="{91008200-B6AC-41C1-BB39-58BA41B3C4D2}" type="parTrans" cxnId="{9EE05B39-2EE7-4FA0-9CE9-DF46CB3FCE49}">
      <dgm:prSet/>
      <dgm:spPr/>
      <dgm:t>
        <a:bodyPr/>
        <a:lstStyle/>
        <a:p>
          <a:endParaRPr lang="en-US"/>
        </a:p>
      </dgm:t>
    </dgm:pt>
    <dgm:pt modelId="{F90E6E44-C465-411A-A239-01CDC8B649A8}" type="sibTrans" cxnId="{9EE05B39-2EE7-4FA0-9CE9-DF46CB3FCE49}">
      <dgm:prSet/>
      <dgm:spPr/>
      <dgm:t>
        <a:bodyPr/>
        <a:lstStyle/>
        <a:p>
          <a:endParaRPr lang="en-US"/>
        </a:p>
      </dgm:t>
    </dgm:pt>
    <dgm:pt modelId="{2B089CC8-9F2F-47B8-982A-B958BD058BA1}">
      <dgm:prSet custT="1"/>
      <dgm:spPr/>
      <dgm:t>
        <a:bodyPr/>
        <a:lstStyle/>
        <a:p>
          <a:r>
            <a:rPr lang="vi-VN" sz="1600" dirty="0"/>
            <a:t>Chatbot hỗ trợ tìm việc</a:t>
          </a:r>
          <a:endParaRPr lang="en-US" sz="1600" dirty="0"/>
        </a:p>
      </dgm:t>
    </dgm:pt>
    <dgm:pt modelId="{F51CA6D4-3639-4F64-8A65-205D1683470F}" type="parTrans" cxnId="{5E3523EA-0F80-4F27-93DF-45E272F77D41}">
      <dgm:prSet/>
      <dgm:spPr/>
      <dgm:t>
        <a:bodyPr/>
        <a:lstStyle/>
        <a:p>
          <a:endParaRPr lang="en-US"/>
        </a:p>
      </dgm:t>
    </dgm:pt>
    <dgm:pt modelId="{D75C8493-68E6-4E03-A47F-43FD9FFF82D0}" type="sibTrans" cxnId="{5E3523EA-0F80-4F27-93DF-45E272F77D41}">
      <dgm:prSet/>
      <dgm:spPr/>
      <dgm:t>
        <a:bodyPr/>
        <a:lstStyle/>
        <a:p>
          <a:endParaRPr lang="en-US"/>
        </a:p>
      </dgm:t>
    </dgm:pt>
    <dgm:pt modelId="{D75221FA-C6FB-46F4-957A-0BFFE3B35020}">
      <dgm:prSet custT="1"/>
      <dgm:spPr/>
      <dgm:t>
        <a:bodyPr/>
        <a:lstStyle/>
        <a:p>
          <a:r>
            <a:rPr lang="vi-VN" sz="1600" dirty="0"/>
            <a:t>Hiển thị thông tin thống kê và biểu đồ</a:t>
          </a:r>
          <a:endParaRPr lang="en-US" sz="1600" dirty="0"/>
        </a:p>
      </dgm:t>
    </dgm:pt>
    <dgm:pt modelId="{5F63F418-51B6-4023-979F-B203666AB521}" type="parTrans" cxnId="{04731038-35B3-4661-A0C3-F3BACA303916}">
      <dgm:prSet/>
      <dgm:spPr/>
      <dgm:t>
        <a:bodyPr/>
        <a:lstStyle/>
        <a:p>
          <a:endParaRPr lang="en-US"/>
        </a:p>
      </dgm:t>
    </dgm:pt>
    <dgm:pt modelId="{CB380365-9C38-4A93-B43B-71FA5F5DD235}" type="sibTrans" cxnId="{04731038-35B3-4661-A0C3-F3BACA303916}">
      <dgm:prSet/>
      <dgm:spPr/>
      <dgm:t>
        <a:bodyPr/>
        <a:lstStyle/>
        <a:p>
          <a:endParaRPr lang="en-US"/>
        </a:p>
      </dgm:t>
    </dgm:pt>
    <dgm:pt modelId="{0B3017BF-1CDF-4BC2-B840-47270B6B94DD}">
      <dgm:prSet custT="1"/>
      <dgm:spPr/>
      <dgm:t>
        <a:bodyPr/>
        <a:lstStyle/>
        <a:p>
          <a:r>
            <a:rPr lang="vi-VN" sz="1600" dirty="0"/>
            <a:t>Upload và tải file (CV, logo)</a:t>
          </a:r>
          <a:endParaRPr lang="en-US" sz="1600" dirty="0"/>
        </a:p>
      </dgm:t>
    </dgm:pt>
    <dgm:pt modelId="{925D4DB6-B733-4694-AF7F-C69014E1D5A6}" type="parTrans" cxnId="{B7FF3485-6894-461C-B757-37477A43FADB}">
      <dgm:prSet/>
      <dgm:spPr/>
      <dgm:t>
        <a:bodyPr/>
        <a:lstStyle/>
        <a:p>
          <a:endParaRPr lang="en-US"/>
        </a:p>
      </dgm:t>
    </dgm:pt>
    <dgm:pt modelId="{68C0618F-495C-4A85-8C96-5B7C1036C44F}" type="sibTrans" cxnId="{B7FF3485-6894-461C-B757-37477A43FADB}">
      <dgm:prSet/>
      <dgm:spPr/>
      <dgm:t>
        <a:bodyPr/>
        <a:lstStyle/>
        <a:p>
          <a:endParaRPr lang="en-US"/>
        </a:p>
      </dgm:t>
    </dgm:pt>
    <dgm:pt modelId="{BB3026A5-E1E0-41AD-AA9D-7464A3CF43DD}" type="pres">
      <dgm:prSet presAssocID="{8D34DBC0-0EFB-49AD-98FE-5CBD4335B456}" presName="Name0" presStyleCnt="0">
        <dgm:presLayoutVars>
          <dgm:dir/>
          <dgm:resizeHandles/>
        </dgm:presLayoutVars>
      </dgm:prSet>
      <dgm:spPr/>
    </dgm:pt>
    <dgm:pt modelId="{86CCEBBE-B9E8-4ABD-894A-7BD01A2A79FA}" type="pres">
      <dgm:prSet presAssocID="{A6374067-2217-4698-9611-D58FE972E33E}" presName="compNode" presStyleCnt="0"/>
      <dgm:spPr/>
    </dgm:pt>
    <dgm:pt modelId="{C94ED499-CB7C-42A0-82ED-0F79831B1D8C}" type="pres">
      <dgm:prSet presAssocID="{A6374067-2217-4698-9611-D58FE972E33E}" presName="dummyConnPt" presStyleCnt="0"/>
      <dgm:spPr/>
    </dgm:pt>
    <dgm:pt modelId="{5F73F7C9-A27F-456F-AD89-7C46230433F3}" type="pres">
      <dgm:prSet presAssocID="{A6374067-2217-4698-9611-D58FE972E33E}" presName="node" presStyleLbl="node1" presStyleIdx="0" presStyleCnt="17" custScaleX="244991" custScaleY="137983">
        <dgm:presLayoutVars>
          <dgm:bulletEnabled val="1"/>
        </dgm:presLayoutVars>
      </dgm:prSet>
      <dgm:spPr/>
    </dgm:pt>
    <dgm:pt modelId="{5E847FDE-871E-4612-BBD4-34F3BF8C5397}" type="pres">
      <dgm:prSet presAssocID="{631960E4-9813-4174-A9BD-25742EE8D627}" presName="sibTrans" presStyleLbl="bgSibTrans2D1" presStyleIdx="0" presStyleCnt="16"/>
      <dgm:spPr/>
    </dgm:pt>
    <dgm:pt modelId="{8E7B6944-68DF-498C-B91B-80474D478DC3}" type="pres">
      <dgm:prSet presAssocID="{A205DA9E-7357-4D49-9F51-9F7714678141}" presName="compNode" presStyleCnt="0"/>
      <dgm:spPr/>
    </dgm:pt>
    <dgm:pt modelId="{AF9FE5B3-39FE-4056-BAE2-62FEF0B947C2}" type="pres">
      <dgm:prSet presAssocID="{A205DA9E-7357-4D49-9F51-9F7714678141}" presName="dummyConnPt" presStyleCnt="0"/>
      <dgm:spPr/>
    </dgm:pt>
    <dgm:pt modelId="{3A226091-2C2E-4E1C-8232-DDC3D0203F69}" type="pres">
      <dgm:prSet presAssocID="{A205DA9E-7357-4D49-9F51-9F7714678141}" presName="node" presStyleLbl="node1" presStyleIdx="1" presStyleCnt="17" custScaleX="244991" custScaleY="137983">
        <dgm:presLayoutVars>
          <dgm:bulletEnabled val="1"/>
        </dgm:presLayoutVars>
      </dgm:prSet>
      <dgm:spPr/>
    </dgm:pt>
    <dgm:pt modelId="{9EB3F751-7310-4EEB-8828-3A8D4E8F642E}" type="pres">
      <dgm:prSet presAssocID="{41706BC6-3A36-479B-8681-6CBC66B93338}" presName="sibTrans" presStyleLbl="bgSibTrans2D1" presStyleIdx="1" presStyleCnt="16"/>
      <dgm:spPr/>
    </dgm:pt>
    <dgm:pt modelId="{CBD59766-F210-484D-B86B-7113270DB588}" type="pres">
      <dgm:prSet presAssocID="{7615015A-52CF-431B-9DBA-EF60DCDCF68C}" presName="compNode" presStyleCnt="0"/>
      <dgm:spPr/>
    </dgm:pt>
    <dgm:pt modelId="{9356CCA7-674A-4363-811E-1F9320BF5F3E}" type="pres">
      <dgm:prSet presAssocID="{7615015A-52CF-431B-9DBA-EF60DCDCF68C}" presName="dummyConnPt" presStyleCnt="0"/>
      <dgm:spPr/>
    </dgm:pt>
    <dgm:pt modelId="{C4C867C6-0609-41FD-AB7F-87018003BD24}" type="pres">
      <dgm:prSet presAssocID="{7615015A-52CF-431B-9DBA-EF60DCDCF68C}" presName="node" presStyleLbl="node1" presStyleIdx="2" presStyleCnt="17" custScaleX="244991" custScaleY="137983">
        <dgm:presLayoutVars>
          <dgm:bulletEnabled val="1"/>
        </dgm:presLayoutVars>
      </dgm:prSet>
      <dgm:spPr/>
    </dgm:pt>
    <dgm:pt modelId="{D93EBBC3-8453-404A-A165-2096908CB8BB}" type="pres">
      <dgm:prSet presAssocID="{A87C732B-3D5E-491A-B17C-79421D123E05}" presName="sibTrans" presStyleLbl="bgSibTrans2D1" presStyleIdx="2" presStyleCnt="16"/>
      <dgm:spPr/>
    </dgm:pt>
    <dgm:pt modelId="{CE608877-61DB-488B-BEBD-CA08EA26D968}" type="pres">
      <dgm:prSet presAssocID="{83E95FE2-E088-4DD5-A95C-F134E22D4897}" presName="compNode" presStyleCnt="0"/>
      <dgm:spPr/>
    </dgm:pt>
    <dgm:pt modelId="{2A699F23-5E3D-43FC-91F2-F3E1052546A0}" type="pres">
      <dgm:prSet presAssocID="{83E95FE2-E088-4DD5-A95C-F134E22D4897}" presName="dummyConnPt" presStyleCnt="0"/>
      <dgm:spPr/>
    </dgm:pt>
    <dgm:pt modelId="{C7B1D6B7-66E6-43BD-A933-93F7636C0B31}" type="pres">
      <dgm:prSet presAssocID="{83E95FE2-E088-4DD5-A95C-F134E22D4897}" presName="node" presStyleLbl="node1" presStyleIdx="3" presStyleCnt="17" custScaleX="244991" custScaleY="137983">
        <dgm:presLayoutVars>
          <dgm:bulletEnabled val="1"/>
        </dgm:presLayoutVars>
      </dgm:prSet>
      <dgm:spPr/>
    </dgm:pt>
    <dgm:pt modelId="{516715D4-72E3-43CB-9047-5F7049832AB1}" type="pres">
      <dgm:prSet presAssocID="{B4C53B3A-9868-4143-8BA8-7310E55C68C7}" presName="sibTrans" presStyleLbl="bgSibTrans2D1" presStyleIdx="3" presStyleCnt="16"/>
      <dgm:spPr/>
    </dgm:pt>
    <dgm:pt modelId="{2413261C-3295-42FB-A5CB-1FB764CED8E2}" type="pres">
      <dgm:prSet presAssocID="{57E5A3BA-9EFE-48AA-9F9B-CDC3B3108335}" presName="compNode" presStyleCnt="0"/>
      <dgm:spPr/>
    </dgm:pt>
    <dgm:pt modelId="{36B6A015-19F2-4C64-AC81-9AB3065911F4}" type="pres">
      <dgm:prSet presAssocID="{57E5A3BA-9EFE-48AA-9F9B-CDC3B3108335}" presName="dummyConnPt" presStyleCnt="0"/>
      <dgm:spPr/>
    </dgm:pt>
    <dgm:pt modelId="{EFBA9A2C-C2D7-41DA-AF56-1FB66A92E7D9}" type="pres">
      <dgm:prSet presAssocID="{57E5A3BA-9EFE-48AA-9F9B-CDC3B3108335}" presName="node" presStyleLbl="node1" presStyleIdx="4" presStyleCnt="17" custScaleX="244991" custScaleY="137983">
        <dgm:presLayoutVars>
          <dgm:bulletEnabled val="1"/>
        </dgm:presLayoutVars>
      </dgm:prSet>
      <dgm:spPr/>
    </dgm:pt>
    <dgm:pt modelId="{46710311-299D-4F06-80E8-80AC432DC481}" type="pres">
      <dgm:prSet presAssocID="{5AAEB258-42A1-412C-B891-8823D8A66662}" presName="sibTrans" presStyleLbl="bgSibTrans2D1" presStyleIdx="4" presStyleCnt="16"/>
      <dgm:spPr/>
    </dgm:pt>
    <dgm:pt modelId="{C0932476-EBB8-4588-9EEE-047D96E4ED03}" type="pres">
      <dgm:prSet presAssocID="{DF7BA781-FE94-4133-9099-1FDF779E1DB3}" presName="compNode" presStyleCnt="0"/>
      <dgm:spPr/>
    </dgm:pt>
    <dgm:pt modelId="{906C19F8-64B4-4906-A914-15D7F9DD43C6}" type="pres">
      <dgm:prSet presAssocID="{DF7BA781-FE94-4133-9099-1FDF779E1DB3}" presName="dummyConnPt" presStyleCnt="0"/>
      <dgm:spPr/>
    </dgm:pt>
    <dgm:pt modelId="{6AF249D8-1274-4587-AE66-DAB8CE8593A2}" type="pres">
      <dgm:prSet presAssocID="{DF7BA781-FE94-4133-9099-1FDF779E1DB3}" presName="node" presStyleLbl="node1" presStyleIdx="5" presStyleCnt="17" custScaleX="244991" custScaleY="137983">
        <dgm:presLayoutVars>
          <dgm:bulletEnabled val="1"/>
        </dgm:presLayoutVars>
      </dgm:prSet>
      <dgm:spPr/>
    </dgm:pt>
    <dgm:pt modelId="{85C3C05C-8F79-4732-AE16-7E033AB44519}" type="pres">
      <dgm:prSet presAssocID="{7B2AC848-8B4B-4E61-A269-5D82533B09FF}" presName="sibTrans" presStyleLbl="bgSibTrans2D1" presStyleIdx="5" presStyleCnt="16"/>
      <dgm:spPr/>
    </dgm:pt>
    <dgm:pt modelId="{3CFBDB32-6878-4DA0-8D8E-183DE62F53B0}" type="pres">
      <dgm:prSet presAssocID="{8BBF4AA3-A31B-467B-A0B6-A5CF70B7C68D}" presName="compNode" presStyleCnt="0"/>
      <dgm:spPr/>
    </dgm:pt>
    <dgm:pt modelId="{66E30A42-7EE9-40E1-9D37-A02658F2B4E9}" type="pres">
      <dgm:prSet presAssocID="{8BBF4AA3-A31B-467B-A0B6-A5CF70B7C68D}" presName="dummyConnPt" presStyleCnt="0"/>
      <dgm:spPr/>
    </dgm:pt>
    <dgm:pt modelId="{2289242C-0227-4B3B-B7C8-3EA6C04ACA82}" type="pres">
      <dgm:prSet presAssocID="{8BBF4AA3-A31B-467B-A0B6-A5CF70B7C68D}" presName="node" presStyleLbl="node1" presStyleIdx="6" presStyleCnt="17" custScaleX="244991" custScaleY="137983">
        <dgm:presLayoutVars>
          <dgm:bulletEnabled val="1"/>
        </dgm:presLayoutVars>
      </dgm:prSet>
      <dgm:spPr/>
    </dgm:pt>
    <dgm:pt modelId="{8C9C2A87-29D1-423F-8B23-ACD62BCC88C7}" type="pres">
      <dgm:prSet presAssocID="{9483B9A5-2BE9-4318-B361-2BC827041474}" presName="sibTrans" presStyleLbl="bgSibTrans2D1" presStyleIdx="6" presStyleCnt="16"/>
      <dgm:spPr/>
    </dgm:pt>
    <dgm:pt modelId="{3112AAE5-87F8-4A12-BE39-66F4950C93F9}" type="pres">
      <dgm:prSet presAssocID="{9B84693D-3DFD-4D13-823B-B83286ECE329}" presName="compNode" presStyleCnt="0"/>
      <dgm:spPr/>
    </dgm:pt>
    <dgm:pt modelId="{76348EB6-16EB-4D9F-AF9A-7EDC624F93BA}" type="pres">
      <dgm:prSet presAssocID="{9B84693D-3DFD-4D13-823B-B83286ECE329}" presName="dummyConnPt" presStyleCnt="0"/>
      <dgm:spPr/>
    </dgm:pt>
    <dgm:pt modelId="{628838C4-86DB-4BF9-8F70-235FC487DBDC}" type="pres">
      <dgm:prSet presAssocID="{9B84693D-3DFD-4D13-823B-B83286ECE329}" presName="node" presStyleLbl="node1" presStyleIdx="7" presStyleCnt="17" custScaleX="244991" custScaleY="137983">
        <dgm:presLayoutVars>
          <dgm:bulletEnabled val="1"/>
        </dgm:presLayoutVars>
      </dgm:prSet>
      <dgm:spPr/>
    </dgm:pt>
    <dgm:pt modelId="{05172CF3-EA77-4094-8331-FA266F0B6F37}" type="pres">
      <dgm:prSet presAssocID="{FEE1365F-C07A-4CFD-95ED-EE1FFC2133A5}" presName="sibTrans" presStyleLbl="bgSibTrans2D1" presStyleIdx="7" presStyleCnt="16"/>
      <dgm:spPr/>
    </dgm:pt>
    <dgm:pt modelId="{BB736D04-B841-4F06-8C3E-BEFD78DC1CC8}" type="pres">
      <dgm:prSet presAssocID="{FDD0F078-60F8-40A7-8AD4-45C17B5BB363}" presName="compNode" presStyleCnt="0"/>
      <dgm:spPr/>
    </dgm:pt>
    <dgm:pt modelId="{D20BF7EA-A399-42F3-984F-93BD8FDCE67F}" type="pres">
      <dgm:prSet presAssocID="{FDD0F078-60F8-40A7-8AD4-45C17B5BB363}" presName="dummyConnPt" presStyleCnt="0"/>
      <dgm:spPr/>
    </dgm:pt>
    <dgm:pt modelId="{22C2DF3B-AD60-43B8-9363-669DFCE36913}" type="pres">
      <dgm:prSet presAssocID="{FDD0F078-60F8-40A7-8AD4-45C17B5BB363}" presName="node" presStyleLbl="node1" presStyleIdx="8" presStyleCnt="17" custScaleX="244991" custScaleY="137983">
        <dgm:presLayoutVars>
          <dgm:bulletEnabled val="1"/>
        </dgm:presLayoutVars>
      </dgm:prSet>
      <dgm:spPr/>
    </dgm:pt>
    <dgm:pt modelId="{E2337E73-B053-4811-A68E-AC92FF1F2479}" type="pres">
      <dgm:prSet presAssocID="{55A310CC-7980-478C-A697-CC81FA50D194}" presName="sibTrans" presStyleLbl="bgSibTrans2D1" presStyleIdx="8" presStyleCnt="16"/>
      <dgm:spPr/>
    </dgm:pt>
    <dgm:pt modelId="{47FA6CF3-3320-4416-9075-91253EFF8D8D}" type="pres">
      <dgm:prSet presAssocID="{AE783C00-FFFA-4DA9-A0D1-06909C77863A}" presName="compNode" presStyleCnt="0"/>
      <dgm:spPr/>
    </dgm:pt>
    <dgm:pt modelId="{FB10190E-78C2-4767-BD61-CDB91C8B6643}" type="pres">
      <dgm:prSet presAssocID="{AE783C00-FFFA-4DA9-A0D1-06909C77863A}" presName="dummyConnPt" presStyleCnt="0"/>
      <dgm:spPr/>
    </dgm:pt>
    <dgm:pt modelId="{92B0DC73-DBE8-4E63-8F52-3C7C434A3B61}" type="pres">
      <dgm:prSet presAssocID="{AE783C00-FFFA-4DA9-A0D1-06909C77863A}" presName="node" presStyleLbl="node1" presStyleIdx="9" presStyleCnt="17" custScaleX="244991" custScaleY="137983">
        <dgm:presLayoutVars>
          <dgm:bulletEnabled val="1"/>
        </dgm:presLayoutVars>
      </dgm:prSet>
      <dgm:spPr/>
    </dgm:pt>
    <dgm:pt modelId="{C67971E6-9C5B-4F26-8A90-E9DD2B9B368A}" type="pres">
      <dgm:prSet presAssocID="{24709F47-60DE-469A-AD2C-DE7327958B48}" presName="sibTrans" presStyleLbl="bgSibTrans2D1" presStyleIdx="9" presStyleCnt="16"/>
      <dgm:spPr/>
    </dgm:pt>
    <dgm:pt modelId="{C4FDCCA0-14AA-425A-988C-5E59FF6FC2CA}" type="pres">
      <dgm:prSet presAssocID="{A4E1C45A-6C38-47EA-88AE-B034213E47AB}" presName="compNode" presStyleCnt="0"/>
      <dgm:spPr/>
    </dgm:pt>
    <dgm:pt modelId="{0132FB4F-A3BD-4CF9-A02C-E68C9912DDE3}" type="pres">
      <dgm:prSet presAssocID="{A4E1C45A-6C38-47EA-88AE-B034213E47AB}" presName="dummyConnPt" presStyleCnt="0"/>
      <dgm:spPr/>
    </dgm:pt>
    <dgm:pt modelId="{B15E7C8A-966A-414D-8D3E-D14A436BF59B}" type="pres">
      <dgm:prSet presAssocID="{A4E1C45A-6C38-47EA-88AE-B034213E47AB}" presName="node" presStyleLbl="node1" presStyleIdx="10" presStyleCnt="17" custScaleX="244991" custScaleY="137983">
        <dgm:presLayoutVars>
          <dgm:bulletEnabled val="1"/>
        </dgm:presLayoutVars>
      </dgm:prSet>
      <dgm:spPr/>
    </dgm:pt>
    <dgm:pt modelId="{5C628DB9-7E14-4264-B592-190B717B06FD}" type="pres">
      <dgm:prSet presAssocID="{3442286F-CCAB-4220-A49B-2E9D20C1F526}" presName="sibTrans" presStyleLbl="bgSibTrans2D1" presStyleIdx="10" presStyleCnt="16"/>
      <dgm:spPr/>
    </dgm:pt>
    <dgm:pt modelId="{694CCA19-484A-4E34-8FD2-F359031E1622}" type="pres">
      <dgm:prSet presAssocID="{1BBB05ED-C7E4-4071-8B14-5BED40E0C475}" presName="compNode" presStyleCnt="0"/>
      <dgm:spPr/>
    </dgm:pt>
    <dgm:pt modelId="{D21B630F-CC2E-41F5-9122-D12582C4855E}" type="pres">
      <dgm:prSet presAssocID="{1BBB05ED-C7E4-4071-8B14-5BED40E0C475}" presName="dummyConnPt" presStyleCnt="0"/>
      <dgm:spPr/>
    </dgm:pt>
    <dgm:pt modelId="{446153AB-5670-4717-8D81-87676545A72D}" type="pres">
      <dgm:prSet presAssocID="{1BBB05ED-C7E4-4071-8B14-5BED40E0C475}" presName="node" presStyleLbl="node1" presStyleIdx="11" presStyleCnt="17" custScaleX="244991" custScaleY="137983">
        <dgm:presLayoutVars>
          <dgm:bulletEnabled val="1"/>
        </dgm:presLayoutVars>
      </dgm:prSet>
      <dgm:spPr/>
    </dgm:pt>
    <dgm:pt modelId="{B30C805E-A2A6-41A3-813E-77C0A4D1D978}" type="pres">
      <dgm:prSet presAssocID="{DF23240E-A0A6-4A99-91C7-9C20D710F8D6}" presName="sibTrans" presStyleLbl="bgSibTrans2D1" presStyleIdx="11" presStyleCnt="16"/>
      <dgm:spPr/>
    </dgm:pt>
    <dgm:pt modelId="{AAABBB62-ABF5-41B4-ADCE-7A6E93ACC776}" type="pres">
      <dgm:prSet presAssocID="{3CABAF48-9F44-4DB1-9433-D3BE8499B0EE}" presName="compNode" presStyleCnt="0"/>
      <dgm:spPr/>
    </dgm:pt>
    <dgm:pt modelId="{86EF3173-D84F-43B2-B0A7-D6E8071D7151}" type="pres">
      <dgm:prSet presAssocID="{3CABAF48-9F44-4DB1-9433-D3BE8499B0EE}" presName="dummyConnPt" presStyleCnt="0"/>
      <dgm:spPr/>
    </dgm:pt>
    <dgm:pt modelId="{9B150EBE-A23F-45E3-AD18-037210C534BF}" type="pres">
      <dgm:prSet presAssocID="{3CABAF48-9F44-4DB1-9433-D3BE8499B0EE}" presName="node" presStyleLbl="node1" presStyleIdx="12" presStyleCnt="17" custScaleX="244991" custScaleY="137983">
        <dgm:presLayoutVars>
          <dgm:bulletEnabled val="1"/>
        </dgm:presLayoutVars>
      </dgm:prSet>
      <dgm:spPr/>
    </dgm:pt>
    <dgm:pt modelId="{6913B2ED-14CC-4AB5-9529-FB2E13537A97}" type="pres">
      <dgm:prSet presAssocID="{9F0CF240-17BC-4ADA-B020-F7926ED9B62C}" presName="sibTrans" presStyleLbl="bgSibTrans2D1" presStyleIdx="12" presStyleCnt="16"/>
      <dgm:spPr/>
    </dgm:pt>
    <dgm:pt modelId="{28C44177-3C71-476B-B1C1-2BE652A3C03C}" type="pres">
      <dgm:prSet presAssocID="{78B74026-0AC8-4410-94A6-1524A3EE7E50}" presName="compNode" presStyleCnt="0"/>
      <dgm:spPr/>
    </dgm:pt>
    <dgm:pt modelId="{960B6ECC-734E-4B14-9EC0-C933D5EE61B8}" type="pres">
      <dgm:prSet presAssocID="{78B74026-0AC8-4410-94A6-1524A3EE7E50}" presName="dummyConnPt" presStyleCnt="0"/>
      <dgm:spPr/>
    </dgm:pt>
    <dgm:pt modelId="{8553582A-6DD0-48CC-BAC9-9A2B76051D06}" type="pres">
      <dgm:prSet presAssocID="{78B74026-0AC8-4410-94A6-1524A3EE7E50}" presName="node" presStyleLbl="node1" presStyleIdx="13" presStyleCnt="17" custScaleX="244991" custScaleY="137983">
        <dgm:presLayoutVars>
          <dgm:bulletEnabled val="1"/>
        </dgm:presLayoutVars>
      </dgm:prSet>
      <dgm:spPr/>
    </dgm:pt>
    <dgm:pt modelId="{3D1C520D-5A1B-4BEF-A4D2-5372603F74ED}" type="pres">
      <dgm:prSet presAssocID="{F90E6E44-C465-411A-A239-01CDC8B649A8}" presName="sibTrans" presStyleLbl="bgSibTrans2D1" presStyleIdx="13" presStyleCnt="16"/>
      <dgm:spPr/>
    </dgm:pt>
    <dgm:pt modelId="{F3A125CE-BC8B-4C5B-9E1F-813A62C76ABA}" type="pres">
      <dgm:prSet presAssocID="{2B089CC8-9F2F-47B8-982A-B958BD058BA1}" presName="compNode" presStyleCnt="0"/>
      <dgm:spPr/>
    </dgm:pt>
    <dgm:pt modelId="{3C754C02-972D-41C7-BA97-F943BFADE7C1}" type="pres">
      <dgm:prSet presAssocID="{2B089CC8-9F2F-47B8-982A-B958BD058BA1}" presName="dummyConnPt" presStyleCnt="0"/>
      <dgm:spPr/>
    </dgm:pt>
    <dgm:pt modelId="{1CAD0C39-6700-4BCE-AB7E-C3E8DB05091B}" type="pres">
      <dgm:prSet presAssocID="{2B089CC8-9F2F-47B8-982A-B958BD058BA1}" presName="node" presStyleLbl="node1" presStyleIdx="14" presStyleCnt="17" custScaleX="244991" custScaleY="137983">
        <dgm:presLayoutVars>
          <dgm:bulletEnabled val="1"/>
        </dgm:presLayoutVars>
      </dgm:prSet>
      <dgm:spPr/>
    </dgm:pt>
    <dgm:pt modelId="{7331CA3D-D4DD-4E24-B509-8C83325744C5}" type="pres">
      <dgm:prSet presAssocID="{D75C8493-68E6-4E03-A47F-43FD9FFF82D0}" presName="sibTrans" presStyleLbl="bgSibTrans2D1" presStyleIdx="14" presStyleCnt="16"/>
      <dgm:spPr/>
    </dgm:pt>
    <dgm:pt modelId="{616B38F3-1020-4113-8B04-4CC699275EDF}" type="pres">
      <dgm:prSet presAssocID="{D75221FA-C6FB-46F4-957A-0BFFE3B35020}" presName="compNode" presStyleCnt="0"/>
      <dgm:spPr/>
    </dgm:pt>
    <dgm:pt modelId="{81545105-3EE7-4CF1-A7D0-248ADB0540FA}" type="pres">
      <dgm:prSet presAssocID="{D75221FA-C6FB-46F4-957A-0BFFE3B35020}" presName="dummyConnPt" presStyleCnt="0"/>
      <dgm:spPr/>
    </dgm:pt>
    <dgm:pt modelId="{99B3EE25-3909-4482-BA9E-AB84CBC4EC12}" type="pres">
      <dgm:prSet presAssocID="{D75221FA-C6FB-46F4-957A-0BFFE3B35020}" presName="node" presStyleLbl="node1" presStyleIdx="15" presStyleCnt="17" custScaleX="244991" custScaleY="137983">
        <dgm:presLayoutVars>
          <dgm:bulletEnabled val="1"/>
        </dgm:presLayoutVars>
      </dgm:prSet>
      <dgm:spPr/>
    </dgm:pt>
    <dgm:pt modelId="{39D19F5F-2C43-41CA-83CF-9479FE2E2DAC}" type="pres">
      <dgm:prSet presAssocID="{CB380365-9C38-4A93-B43B-71FA5F5DD235}" presName="sibTrans" presStyleLbl="bgSibTrans2D1" presStyleIdx="15" presStyleCnt="16"/>
      <dgm:spPr/>
    </dgm:pt>
    <dgm:pt modelId="{EDD79F76-7FB1-40AC-A50D-6C8BDA2BD8B9}" type="pres">
      <dgm:prSet presAssocID="{0B3017BF-1CDF-4BC2-B840-47270B6B94DD}" presName="compNode" presStyleCnt="0"/>
      <dgm:spPr/>
    </dgm:pt>
    <dgm:pt modelId="{98514AD5-19E0-4FEB-8A93-04134CBA99D3}" type="pres">
      <dgm:prSet presAssocID="{0B3017BF-1CDF-4BC2-B840-47270B6B94DD}" presName="dummyConnPt" presStyleCnt="0"/>
      <dgm:spPr/>
    </dgm:pt>
    <dgm:pt modelId="{2FBB43C6-3350-4573-80D2-F487DA23B4FB}" type="pres">
      <dgm:prSet presAssocID="{0B3017BF-1CDF-4BC2-B840-47270B6B94DD}" presName="node" presStyleLbl="node1" presStyleIdx="16" presStyleCnt="17" custScaleX="244991" custScaleY="137983">
        <dgm:presLayoutVars>
          <dgm:bulletEnabled val="1"/>
        </dgm:presLayoutVars>
      </dgm:prSet>
      <dgm:spPr/>
    </dgm:pt>
  </dgm:ptLst>
  <dgm:cxnLst>
    <dgm:cxn modelId="{C3FE9F01-5A77-4919-A1A1-EE0C5704196F}" srcId="{8D34DBC0-0EFB-49AD-98FE-5CBD4335B456}" destId="{8BBF4AA3-A31B-467B-A0B6-A5CF70B7C68D}" srcOrd="6" destOrd="0" parTransId="{9A67E83C-0A46-4432-A33B-9DB333C3F6E7}" sibTransId="{9483B9A5-2BE9-4318-B361-2BC827041474}"/>
    <dgm:cxn modelId="{A5590A04-CB1B-4D2B-A48F-2C7077D4C654}" type="presOf" srcId="{7B2AC848-8B4B-4E61-A269-5D82533B09FF}" destId="{85C3C05C-8F79-4732-AE16-7E033AB44519}" srcOrd="0" destOrd="0" presId="urn:microsoft.com/office/officeart/2005/8/layout/bProcess4#1"/>
    <dgm:cxn modelId="{C4D1A707-3B99-4D59-BAEB-2F5401323074}" type="presOf" srcId="{3442286F-CCAB-4220-A49B-2E9D20C1F526}" destId="{5C628DB9-7E14-4264-B592-190B717B06FD}" srcOrd="0" destOrd="0" presId="urn:microsoft.com/office/officeart/2005/8/layout/bProcess4#1"/>
    <dgm:cxn modelId="{5243550A-A671-417B-A9ED-5EC448A46D15}" srcId="{8D34DBC0-0EFB-49AD-98FE-5CBD4335B456}" destId="{7615015A-52CF-431B-9DBA-EF60DCDCF68C}" srcOrd="2" destOrd="0" parTransId="{779DE81C-2FB6-4286-AC4F-611C74BEF300}" sibTransId="{A87C732B-3D5E-491A-B17C-79421D123E05}"/>
    <dgm:cxn modelId="{902BE00E-C485-4865-876C-1385C6CDBEE4}" srcId="{8D34DBC0-0EFB-49AD-98FE-5CBD4335B456}" destId="{83E95FE2-E088-4DD5-A95C-F134E22D4897}" srcOrd="3" destOrd="0" parTransId="{71A4190B-1B13-4ED7-A37E-971E955B98D1}" sibTransId="{B4C53B3A-9868-4143-8BA8-7310E55C68C7}"/>
    <dgm:cxn modelId="{BB6A7D1F-324E-434E-B8BD-CEF3DC66EEC9}" type="presOf" srcId="{57E5A3BA-9EFE-48AA-9F9B-CDC3B3108335}" destId="{EFBA9A2C-C2D7-41DA-AF56-1FB66A92E7D9}" srcOrd="0" destOrd="0" presId="urn:microsoft.com/office/officeart/2005/8/layout/bProcess4#1"/>
    <dgm:cxn modelId="{D22FCD23-5121-406D-B599-ECEF2A1972CB}" srcId="{8D34DBC0-0EFB-49AD-98FE-5CBD4335B456}" destId="{3CABAF48-9F44-4DB1-9433-D3BE8499B0EE}" srcOrd="12" destOrd="0" parTransId="{3319D220-3E67-4103-AFCF-AD93A46A9EC4}" sibTransId="{9F0CF240-17BC-4ADA-B020-F7926ED9B62C}"/>
    <dgm:cxn modelId="{2BB0FC26-5BDB-4CBC-A05C-DE3B4FABEB87}" srcId="{8D34DBC0-0EFB-49AD-98FE-5CBD4335B456}" destId="{A6374067-2217-4698-9611-D58FE972E33E}" srcOrd="0" destOrd="0" parTransId="{1EF44C17-A970-4ED8-B1AF-2359DE84A9D2}" sibTransId="{631960E4-9813-4174-A9BD-25742EE8D627}"/>
    <dgm:cxn modelId="{F57B5C2D-FCBB-42EE-88B0-A5135F4E13E0}" srcId="{8D34DBC0-0EFB-49AD-98FE-5CBD4335B456}" destId="{FDD0F078-60F8-40A7-8AD4-45C17B5BB363}" srcOrd="8" destOrd="0" parTransId="{B3445FC5-B22F-4C82-99EB-4410BAFB8541}" sibTransId="{55A310CC-7980-478C-A697-CC81FA50D194}"/>
    <dgm:cxn modelId="{1C95C332-BC12-4384-A60C-45834DFBC4B6}" type="presOf" srcId="{DF23240E-A0A6-4A99-91C7-9C20D710F8D6}" destId="{B30C805E-A2A6-41A3-813E-77C0A4D1D978}" srcOrd="0" destOrd="0" presId="urn:microsoft.com/office/officeart/2005/8/layout/bProcess4#1"/>
    <dgm:cxn modelId="{FC5FC234-BDB3-4887-A8F1-B7B10D8E07A5}" type="presOf" srcId="{83E95FE2-E088-4DD5-A95C-F134E22D4897}" destId="{C7B1D6B7-66E6-43BD-A933-93F7636C0B31}" srcOrd="0" destOrd="0" presId="urn:microsoft.com/office/officeart/2005/8/layout/bProcess4#1"/>
    <dgm:cxn modelId="{04731038-35B3-4661-A0C3-F3BACA303916}" srcId="{8D34DBC0-0EFB-49AD-98FE-5CBD4335B456}" destId="{D75221FA-C6FB-46F4-957A-0BFFE3B35020}" srcOrd="15" destOrd="0" parTransId="{5F63F418-51B6-4023-979F-B203666AB521}" sibTransId="{CB380365-9C38-4A93-B43B-71FA5F5DD235}"/>
    <dgm:cxn modelId="{9EE05B39-2EE7-4FA0-9CE9-DF46CB3FCE49}" srcId="{8D34DBC0-0EFB-49AD-98FE-5CBD4335B456}" destId="{78B74026-0AC8-4410-94A6-1524A3EE7E50}" srcOrd="13" destOrd="0" parTransId="{91008200-B6AC-41C1-BB39-58BA41B3C4D2}" sibTransId="{F90E6E44-C465-411A-A239-01CDC8B649A8}"/>
    <dgm:cxn modelId="{E331E93B-8E1F-426E-B726-9E9EDCFEEC80}" type="presOf" srcId="{A4E1C45A-6C38-47EA-88AE-B034213E47AB}" destId="{B15E7C8A-966A-414D-8D3E-D14A436BF59B}" srcOrd="0" destOrd="0" presId="urn:microsoft.com/office/officeart/2005/8/layout/bProcess4#1"/>
    <dgm:cxn modelId="{4006A73D-C3EC-4652-B6F3-15E180C9B1AB}" type="presOf" srcId="{DF7BA781-FE94-4133-9099-1FDF779E1DB3}" destId="{6AF249D8-1274-4587-AE66-DAB8CE8593A2}" srcOrd="0" destOrd="0" presId="urn:microsoft.com/office/officeart/2005/8/layout/bProcess4#1"/>
    <dgm:cxn modelId="{2164C147-58C3-4AA7-A11B-A4F7012CAF34}" type="presOf" srcId="{F90E6E44-C465-411A-A239-01CDC8B649A8}" destId="{3D1C520D-5A1B-4BEF-A4D2-5372603F74ED}" srcOrd="0" destOrd="0" presId="urn:microsoft.com/office/officeart/2005/8/layout/bProcess4#1"/>
    <dgm:cxn modelId="{3C347769-3EA6-4532-9A51-69A5F3F60213}" type="presOf" srcId="{8BBF4AA3-A31B-467B-A0B6-A5CF70B7C68D}" destId="{2289242C-0227-4B3B-B7C8-3EA6C04ACA82}" srcOrd="0" destOrd="0" presId="urn:microsoft.com/office/officeart/2005/8/layout/bProcess4#1"/>
    <dgm:cxn modelId="{5F084770-CF6A-4913-AC6A-B97CA567C75A}" type="presOf" srcId="{9483B9A5-2BE9-4318-B361-2BC827041474}" destId="{8C9C2A87-29D1-423F-8B23-ACD62BCC88C7}" srcOrd="0" destOrd="0" presId="urn:microsoft.com/office/officeart/2005/8/layout/bProcess4#1"/>
    <dgm:cxn modelId="{3526AB50-ADB2-4025-82B7-BAC69D68DFA4}" type="presOf" srcId="{78B74026-0AC8-4410-94A6-1524A3EE7E50}" destId="{8553582A-6DD0-48CC-BAC9-9A2B76051D06}" srcOrd="0" destOrd="0" presId="urn:microsoft.com/office/officeart/2005/8/layout/bProcess4#1"/>
    <dgm:cxn modelId="{E051E276-2977-4B14-A887-06CDB1933389}" srcId="{8D34DBC0-0EFB-49AD-98FE-5CBD4335B456}" destId="{1BBB05ED-C7E4-4071-8B14-5BED40E0C475}" srcOrd="11" destOrd="0" parTransId="{0A160B42-9F22-4A77-8834-6DD7EF582210}" sibTransId="{DF23240E-A0A6-4A99-91C7-9C20D710F8D6}"/>
    <dgm:cxn modelId="{77064458-25C0-4D85-9A48-A3340CEA807B}" type="presOf" srcId="{8D34DBC0-0EFB-49AD-98FE-5CBD4335B456}" destId="{BB3026A5-E1E0-41AD-AA9D-7464A3CF43DD}" srcOrd="0" destOrd="0" presId="urn:microsoft.com/office/officeart/2005/8/layout/bProcess4#1"/>
    <dgm:cxn modelId="{B7FF3485-6894-461C-B757-37477A43FADB}" srcId="{8D34DBC0-0EFB-49AD-98FE-5CBD4335B456}" destId="{0B3017BF-1CDF-4BC2-B840-47270B6B94DD}" srcOrd="16" destOrd="0" parTransId="{925D4DB6-B733-4694-AF7F-C69014E1D5A6}" sibTransId="{68C0618F-495C-4A85-8C96-5B7C1036C44F}"/>
    <dgm:cxn modelId="{5455408E-B824-4543-827B-F10CF8255ECF}" srcId="{8D34DBC0-0EFB-49AD-98FE-5CBD4335B456}" destId="{9B84693D-3DFD-4D13-823B-B83286ECE329}" srcOrd="7" destOrd="0" parTransId="{BA297F34-EBE8-42E7-ACEF-AB1F31D194CB}" sibTransId="{FEE1365F-C07A-4CFD-95ED-EE1FFC2133A5}"/>
    <dgm:cxn modelId="{3BE48991-70A8-48C3-8A44-E3779566D674}" type="presOf" srcId="{3CABAF48-9F44-4DB1-9433-D3BE8499B0EE}" destId="{9B150EBE-A23F-45E3-AD18-037210C534BF}" srcOrd="0" destOrd="0" presId="urn:microsoft.com/office/officeart/2005/8/layout/bProcess4#1"/>
    <dgm:cxn modelId="{341C8D98-4208-48F8-A178-DEC5EF150F43}" srcId="{8D34DBC0-0EFB-49AD-98FE-5CBD4335B456}" destId="{A205DA9E-7357-4D49-9F51-9F7714678141}" srcOrd="1" destOrd="0" parTransId="{EF96FDB8-4512-4D70-A629-091BA59030DC}" sibTransId="{41706BC6-3A36-479B-8681-6CBC66B93338}"/>
    <dgm:cxn modelId="{1039149A-7715-4A09-BF97-EB5978B1D3DC}" type="presOf" srcId="{A205DA9E-7357-4D49-9F51-9F7714678141}" destId="{3A226091-2C2E-4E1C-8232-DDC3D0203F69}" srcOrd="0" destOrd="0" presId="urn:microsoft.com/office/officeart/2005/8/layout/bProcess4#1"/>
    <dgm:cxn modelId="{2353919B-7D7F-4B38-A25A-D18C1F8E75F6}" srcId="{8D34DBC0-0EFB-49AD-98FE-5CBD4335B456}" destId="{DF7BA781-FE94-4133-9099-1FDF779E1DB3}" srcOrd="5" destOrd="0" parTransId="{E3AC65FA-344F-4997-9F3F-E16DDB899B71}" sibTransId="{7B2AC848-8B4B-4E61-A269-5D82533B09FF}"/>
    <dgm:cxn modelId="{2CF51DA4-1573-400F-B607-A1F30ADD8871}" type="presOf" srcId="{9F0CF240-17BC-4ADA-B020-F7926ED9B62C}" destId="{6913B2ED-14CC-4AB5-9529-FB2E13537A97}" srcOrd="0" destOrd="0" presId="urn:microsoft.com/office/officeart/2005/8/layout/bProcess4#1"/>
    <dgm:cxn modelId="{CD2DC9A6-08A9-4E3D-9D6D-5B7D3B737C57}" type="presOf" srcId="{41706BC6-3A36-479B-8681-6CBC66B93338}" destId="{9EB3F751-7310-4EEB-8828-3A8D4E8F642E}" srcOrd="0" destOrd="0" presId="urn:microsoft.com/office/officeart/2005/8/layout/bProcess4#1"/>
    <dgm:cxn modelId="{62B827AE-840D-4DF7-B0E0-E22A18DF07ED}" type="presOf" srcId="{7615015A-52CF-431B-9DBA-EF60DCDCF68C}" destId="{C4C867C6-0609-41FD-AB7F-87018003BD24}" srcOrd="0" destOrd="0" presId="urn:microsoft.com/office/officeart/2005/8/layout/bProcess4#1"/>
    <dgm:cxn modelId="{AFBE93BB-B98E-4B20-ABE4-9667D65AC819}" type="presOf" srcId="{2B089CC8-9F2F-47B8-982A-B958BD058BA1}" destId="{1CAD0C39-6700-4BCE-AB7E-C3E8DB05091B}" srcOrd="0" destOrd="0" presId="urn:microsoft.com/office/officeart/2005/8/layout/bProcess4#1"/>
    <dgm:cxn modelId="{9D52B6BB-91AC-4E6E-9B81-FC7B4917535E}" type="presOf" srcId="{0B3017BF-1CDF-4BC2-B840-47270B6B94DD}" destId="{2FBB43C6-3350-4573-80D2-F487DA23B4FB}" srcOrd="0" destOrd="0" presId="urn:microsoft.com/office/officeart/2005/8/layout/bProcess4#1"/>
    <dgm:cxn modelId="{4F10FDBF-402F-469C-9B95-0FB66B637144}" srcId="{8D34DBC0-0EFB-49AD-98FE-5CBD4335B456}" destId="{57E5A3BA-9EFE-48AA-9F9B-CDC3B3108335}" srcOrd="4" destOrd="0" parTransId="{453ABFE9-A308-4C32-80E9-47B6B6D6534B}" sibTransId="{5AAEB258-42A1-412C-B891-8823D8A66662}"/>
    <dgm:cxn modelId="{5D9E6FC3-9133-42CA-8D9B-CFC33C97EA10}" type="presOf" srcId="{B4C53B3A-9868-4143-8BA8-7310E55C68C7}" destId="{516715D4-72E3-43CB-9047-5F7049832AB1}" srcOrd="0" destOrd="0" presId="urn:microsoft.com/office/officeart/2005/8/layout/bProcess4#1"/>
    <dgm:cxn modelId="{85973FC6-5775-4023-ABA5-6DF65F83F2FA}" srcId="{8D34DBC0-0EFB-49AD-98FE-5CBD4335B456}" destId="{A4E1C45A-6C38-47EA-88AE-B034213E47AB}" srcOrd="10" destOrd="0" parTransId="{7B2A82CA-D923-4B80-BF8F-F978F3E0B21F}" sibTransId="{3442286F-CCAB-4220-A49B-2E9D20C1F526}"/>
    <dgm:cxn modelId="{E68DA5D3-6DB6-442E-97DB-E69FD5475DBF}" type="presOf" srcId="{5AAEB258-42A1-412C-B891-8823D8A66662}" destId="{46710311-299D-4F06-80E8-80AC432DC481}" srcOrd="0" destOrd="0" presId="urn:microsoft.com/office/officeart/2005/8/layout/bProcess4#1"/>
    <dgm:cxn modelId="{23C782D7-2DC2-4608-9CB1-591237CB4CF0}" type="presOf" srcId="{24709F47-60DE-469A-AD2C-DE7327958B48}" destId="{C67971E6-9C5B-4F26-8A90-E9DD2B9B368A}" srcOrd="0" destOrd="0" presId="urn:microsoft.com/office/officeart/2005/8/layout/bProcess4#1"/>
    <dgm:cxn modelId="{D7627FD8-ACCC-4B57-B286-7F433F9E0E3B}" type="presOf" srcId="{D75221FA-C6FB-46F4-957A-0BFFE3B35020}" destId="{99B3EE25-3909-4482-BA9E-AB84CBC4EC12}" srcOrd="0" destOrd="0" presId="urn:microsoft.com/office/officeart/2005/8/layout/bProcess4#1"/>
    <dgm:cxn modelId="{C1F3B5E0-1EEA-413D-9815-FB2C3D24D7DF}" type="presOf" srcId="{9B84693D-3DFD-4D13-823B-B83286ECE329}" destId="{628838C4-86DB-4BF9-8F70-235FC487DBDC}" srcOrd="0" destOrd="0" presId="urn:microsoft.com/office/officeart/2005/8/layout/bProcess4#1"/>
    <dgm:cxn modelId="{40189DE1-BEE5-429D-A7DC-7288CBE621EF}" type="presOf" srcId="{FDD0F078-60F8-40A7-8AD4-45C17B5BB363}" destId="{22C2DF3B-AD60-43B8-9363-669DFCE36913}" srcOrd="0" destOrd="0" presId="urn:microsoft.com/office/officeart/2005/8/layout/bProcess4#1"/>
    <dgm:cxn modelId="{4DC1A3E6-E268-49AA-81AC-C388054F76C5}" type="presOf" srcId="{A87C732B-3D5E-491A-B17C-79421D123E05}" destId="{D93EBBC3-8453-404A-A165-2096908CB8BB}" srcOrd="0" destOrd="0" presId="urn:microsoft.com/office/officeart/2005/8/layout/bProcess4#1"/>
    <dgm:cxn modelId="{851B04E8-188D-476A-8E6C-A60DCCCBC43C}" type="presOf" srcId="{A6374067-2217-4698-9611-D58FE972E33E}" destId="{5F73F7C9-A27F-456F-AD89-7C46230433F3}" srcOrd="0" destOrd="0" presId="urn:microsoft.com/office/officeart/2005/8/layout/bProcess4#1"/>
    <dgm:cxn modelId="{5E3523EA-0F80-4F27-93DF-45E272F77D41}" srcId="{8D34DBC0-0EFB-49AD-98FE-5CBD4335B456}" destId="{2B089CC8-9F2F-47B8-982A-B958BD058BA1}" srcOrd="14" destOrd="0" parTransId="{F51CA6D4-3639-4F64-8A65-205D1683470F}" sibTransId="{D75C8493-68E6-4E03-A47F-43FD9FFF82D0}"/>
    <dgm:cxn modelId="{7C079DEC-E9D1-452D-A382-84A8673D98C2}" type="presOf" srcId="{CB380365-9C38-4A93-B43B-71FA5F5DD235}" destId="{39D19F5F-2C43-41CA-83CF-9479FE2E2DAC}" srcOrd="0" destOrd="0" presId="urn:microsoft.com/office/officeart/2005/8/layout/bProcess4#1"/>
    <dgm:cxn modelId="{87356FF0-154B-4A4D-B0F3-E459D624DAC4}" type="presOf" srcId="{D75C8493-68E6-4E03-A47F-43FD9FFF82D0}" destId="{7331CA3D-D4DD-4E24-B509-8C83325744C5}" srcOrd="0" destOrd="0" presId="urn:microsoft.com/office/officeart/2005/8/layout/bProcess4#1"/>
    <dgm:cxn modelId="{61E544F5-3645-41CD-8A99-4BE1ED308F40}" type="presOf" srcId="{FEE1365F-C07A-4CFD-95ED-EE1FFC2133A5}" destId="{05172CF3-EA77-4094-8331-FA266F0B6F37}" srcOrd="0" destOrd="0" presId="urn:microsoft.com/office/officeart/2005/8/layout/bProcess4#1"/>
    <dgm:cxn modelId="{5CAE74F8-2F08-4E6E-932F-A76AC01B390E}" type="presOf" srcId="{631960E4-9813-4174-A9BD-25742EE8D627}" destId="{5E847FDE-871E-4612-BBD4-34F3BF8C5397}" srcOrd="0" destOrd="0" presId="urn:microsoft.com/office/officeart/2005/8/layout/bProcess4#1"/>
    <dgm:cxn modelId="{AB2B39F9-E591-4A67-8FED-97E49E3E6621}" type="presOf" srcId="{AE783C00-FFFA-4DA9-A0D1-06909C77863A}" destId="{92B0DC73-DBE8-4E63-8F52-3C7C434A3B61}" srcOrd="0" destOrd="0" presId="urn:microsoft.com/office/officeart/2005/8/layout/bProcess4#1"/>
    <dgm:cxn modelId="{07B224FC-0618-4AD4-90E3-F0BFC5D32B9D}" type="presOf" srcId="{55A310CC-7980-478C-A697-CC81FA50D194}" destId="{E2337E73-B053-4811-A68E-AC92FF1F2479}" srcOrd="0" destOrd="0" presId="urn:microsoft.com/office/officeart/2005/8/layout/bProcess4#1"/>
    <dgm:cxn modelId="{ADF47EFC-C79A-488C-AB95-B79AD140CB30}" srcId="{8D34DBC0-0EFB-49AD-98FE-5CBD4335B456}" destId="{AE783C00-FFFA-4DA9-A0D1-06909C77863A}" srcOrd="9" destOrd="0" parTransId="{97AA70BE-491E-4958-B8C4-CA24C3A3415E}" sibTransId="{24709F47-60DE-469A-AD2C-DE7327958B48}"/>
    <dgm:cxn modelId="{B10DE6FF-2128-4EC0-8889-FA7F0443197C}" type="presOf" srcId="{1BBB05ED-C7E4-4071-8B14-5BED40E0C475}" destId="{446153AB-5670-4717-8D81-87676545A72D}" srcOrd="0" destOrd="0" presId="urn:microsoft.com/office/officeart/2005/8/layout/bProcess4#1"/>
    <dgm:cxn modelId="{335C9685-FC62-4370-9FDB-8C4372A52B41}" type="presParOf" srcId="{BB3026A5-E1E0-41AD-AA9D-7464A3CF43DD}" destId="{86CCEBBE-B9E8-4ABD-894A-7BD01A2A79FA}" srcOrd="0" destOrd="0" presId="urn:microsoft.com/office/officeart/2005/8/layout/bProcess4#1"/>
    <dgm:cxn modelId="{ACC05A04-1120-4131-AEC3-45F9C960F6E2}" type="presParOf" srcId="{86CCEBBE-B9E8-4ABD-894A-7BD01A2A79FA}" destId="{C94ED499-CB7C-42A0-82ED-0F79831B1D8C}" srcOrd="0" destOrd="0" presId="urn:microsoft.com/office/officeart/2005/8/layout/bProcess4#1"/>
    <dgm:cxn modelId="{4CEEBD2C-A7C2-4292-B126-6AB125FD6065}" type="presParOf" srcId="{86CCEBBE-B9E8-4ABD-894A-7BD01A2A79FA}" destId="{5F73F7C9-A27F-456F-AD89-7C46230433F3}" srcOrd="1" destOrd="0" presId="urn:microsoft.com/office/officeart/2005/8/layout/bProcess4#1"/>
    <dgm:cxn modelId="{6BF89FCA-5A9C-4ED5-87C5-2D52CB4E5559}" type="presParOf" srcId="{BB3026A5-E1E0-41AD-AA9D-7464A3CF43DD}" destId="{5E847FDE-871E-4612-BBD4-34F3BF8C5397}" srcOrd="1" destOrd="0" presId="urn:microsoft.com/office/officeart/2005/8/layout/bProcess4#1"/>
    <dgm:cxn modelId="{425C5B2A-D01F-4440-BEED-2C56F0D03A46}" type="presParOf" srcId="{BB3026A5-E1E0-41AD-AA9D-7464A3CF43DD}" destId="{8E7B6944-68DF-498C-B91B-80474D478DC3}" srcOrd="2" destOrd="0" presId="urn:microsoft.com/office/officeart/2005/8/layout/bProcess4#1"/>
    <dgm:cxn modelId="{F53C6CE7-B0EA-4CF9-AC0C-FC7E5FADA503}" type="presParOf" srcId="{8E7B6944-68DF-498C-B91B-80474D478DC3}" destId="{AF9FE5B3-39FE-4056-BAE2-62FEF0B947C2}" srcOrd="0" destOrd="0" presId="urn:microsoft.com/office/officeart/2005/8/layout/bProcess4#1"/>
    <dgm:cxn modelId="{30268A4D-2867-4FE6-B2A3-C7BFEA01BCE0}" type="presParOf" srcId="{8E7B6944-68DF-498C-B91B-80474D478DC3}" destId="{3A226091-2C2E-4E1C-8232-DDC3D0203F69}" srcOrd="1" destOrd="0" presId="urn:microsoft.com/office/officeart/2005/8/layout/bProcess4#1"/>
    <dgm:cxn modelId="{D5802B28-57A6-4C10-AF13-0B00845FAB55}" type="presParOf" srcId="{BB3026A5-E1E0-41AD-AA9D-7464A3CF43DD}" destId="{9EB3F751-7310-4EEB-8828-3A8D4E8F642E}" srcOrd="3" destOrd="0" presId="urn:microsoft.com/office/officeart/2005/8/layout/bProcess4#1"/>
    <dgm:cxn modelId="{F3116265-4125-418E-8F04-9B3AC6EE4226}" type="presParOf" srcId="{BB3026A5-E1E0-41AD-AA9D-7464A3CF43DD}" destId="{CBD59766-F210-484D-B86B-7113270DB588}" srcOrd="4" destOrd="0" presId="urn:microsoft.com/office/officeart/2005/8/layout/bProcess4#1"/>
    <dgm:cxn modelId="{748AE39F-C551-46F9-87E8-0634710145A5}" type="presParOf" srcId="{CBD59766-F210-484D-B86B-7113270DB588}" destId="{9356CCA7-674A-4363-811E-1F9320BF5F3E}" srcOrd="0" destOrd="0" presId="urn:microsoft.com/office/officeart/2005/8/layout/bProcess4#1"/>
    <dgm:cxn modelId="{D3243EA9-3A07-4C98-98E6-7410AC0AB212}" type="presParOf" srcId="{CBD59766-F210-484D-B86B-7113270DB588}" destId="{C4C867C6-0609-41FD-AB7F-87018003BD24}" srcOrd="1" destOrd="0" presId="urn:microsoft.com/office/officeart/2005/8/layout/bProcess4#1"/>
    <dgm:cxn modelId="{FBEFB265-8BCC-4FF2-9EC8-58EDA395397E}" type="presParOf" srcId="{BB3026A5-E1E0-41AD-AA9D-7464A3CF43DD}" destId="{D93EBBC3-8453-404A-A165-2096908CB8BB}" srcOrd="5" destOrd="0" presId="urn:microsoft.com/office/officeart/2005/8/layout/bProcess4#1"/>
    <dgm:cxn modelId="{6140DFC6-59CB-4A59-953E-8C1442AFCD2A}" type="presParOf" srcId="{BB3026A5-E1E0-41AD-AA9D-7464A3CF43DD}" destId="{CE608877-61DB-488B-BEBD-CA08EA26D968}" srcOrd="6" destOrd="0" presId="urn:microsoft.com/office/officeart/2005/8/layout/bProcess4#1"/>
    <dgm:cxn modelId="{AF776970-FD59-4135-9F80-B1BA694048E7}" type="presParOf" srcId="{CE608877-61DB-488B-BEBD-CA08EA26D968}" destId="{2A699F23-5E3D-43FC-91F2-F3E1052546A0}" srcOrd="0" destOrd="0" presId="urn:microsoft.com/office/officeart/2005/8/layout/bProcess4#1"/>
    <dgm:cxn modelId="{D101679B-C71C-4DA8-BF20-36745DCA0BC3}" type="presParOf" srcId="{CE608877-61DB-488B-BEBD-CA08EA26D968}" destId="{C7B1D6B7-66E6-43BD-A933-93F7636C0B31}" srcOrd="1" destOrd="0" presId="urn:microsoft.com/office/officeart/2005/8/layout/bProcess4#1"/>
    <dgm:cxn modelId="{7C84A1E1-13B3-434E-9CB1-A6903EAC9642}" type="presParOf" srcId="{BB3026A5-E1E0-41AD-AA9D-7464A3CF43DD}" destId="{516715D4-72E3-43CB-9047-5F7049832AB1}" srcOrd="7" destOrd="0" presId="urn:microsoft.com/office/officeart/2005/8/layout/bProcess4#1"/>
    <dgm:cxn modelId="{A87BF766-2B88-41FB-8198-68062225A2E7}" type="presParOf" srcId="{BB3026A5-E1E0-41AD-AA9D-7464A3CF43DD}" destId="{2413261C-3295-42FB-A5CB-1FB764CED8E2}" srcOrd="8" destOrd="0" presId="urn:microsoft.com/office/officeart/2005/8/layout/bProcess4#1"/>
    <dgm:cxn modelId="{49ED5C87-A844-4E23-BCAA-21AC66FB7899}" type="presParOf" srcId="{2413261C-3295-42FB-A5CB-1FB764CED8E2}" destId="{36B6A015-19F2-4C64-AC81-9AB3065911F4}" srcOrd="0" destOrd="0" presId="urn:microsoft.com/office/officeart/2005/8/layout/bProcess4#1"/>
    <dgm:cxn modelId="{E5ED131A-71E9-45A6-9B1B-F8F8E7C53097}" type="presParOf" srcId="{2413261C-3295-42FB-A5CB-1FB764CED8E2}" destId="{EFBA9A2C-C2D7-41DA-AF56-1FB66A92E7D9}" srcOrd="1" destOrd="0" presId="urn:microsoft.com/office/officeart/2005/8/layout/bProcess4#1"/>
    <dgm:cxn modelId="{3B3FA56A-7671-4D81-8117-F7059A606BC1}" type="presParOf" srcId="{BB3026A5-E1E0-41AD-AA9D-7464A3CF43DD}" destId="{46710311-299D-4F06-80E8-80AC432DC481}" srcOrd="9" destOrd="0" presId="urn:microsoft.com/office/officeart/2005/8/layout/bProcess4#1"/>
    <dgm:cxn modelId="{A7F7CB60-35EB-4816-8564-8DAE8D214475}" type="presParOf" srcId="{BB3026A5-E1E0-41AD-AA9D-7464A3CF43DD}" destId="{C0932476-EBB8-4588-9EEE-047D96E4ED03}" srcOrd="10" destOrd="0" presId="urn:microsoft.com/office/officeart/2005/8/layout/bProcess4#1"/>
    <dgm:cxn modelId="{3E6675BC-592C-402A-BB91-182B4BB293F0}" type="presParOf" srcId="{C0932476-EBB8-4588-9EEE-047D96E4ED03}" destId="{906C19F8-64B4-4906-A914-15D7F9DD43C6}" srcOrd="0" destOrd="0" presId="urn:microsoft.com/office/officeart/2005/8/layout/bProcess4#1"/>
    <dgm:cxn modelId="{A9F7B808-9898-42ED-8F6A-A8D06C9DBA31}" type="presParOf" srcId="{C0932476-EBB8-4588-9EEE-047D96E4ED03}" destId="{6AF249D8-1274-4587-AE66-DAB8CE8593A2}" srcOrd="1" destOrd="0" presId="urn:microsoft.com/office/officeart/2005/8/layout/bProcess4#1"/>
    <dgm:cxn modelId="{B203A107-C8DA-4827-B8F9-5215B5FC2251}" type="presParOf" srcId="{BB3026A5-E1E0-41AD-AA9D-7464A3CF43DD}" destId="{85C3C05C-8F79-4732-AE16-7E033AB44519}" srcOrd="11" destOrd="0" presId="urn:microsoft.com/office/officeart/2005/8/layout/bProcess4#1"/>
    <dgm:cxn modelId="{64389785-5F8E-4BFF-85A3-B725B4D45F3E}" type="presParOf" srcId="{BB3026A5-E1E0-41AD-AA9D-7464A3CF43DD}" destId="{3CFBDB32-6878-4DA0-8D8E-183DE62F53B0}" srcOrd="12" destOrd="0" presId="urn:microsoft.com/office/officeart/2005/8/layout/bProcess4#1"/>
    <dgm:cxn modelId="{42A43088-ED05-47D6-9A8D-9FA3931636B4}" type="presParOf" srcId="{3CFBDB32-6878-4DA0-8D8E-183DE62F53B0}" destId="{66E30A42-7EE9-40E1-9D37-A02658F2B4E9}" srcOrd="0" destOrd="0" presId="urn:microsoft.com/office/officeart/2005/8/layout/bProcess4#1"/>
    <dgm:cxn modelId="{419D3A91-DAED-45C0-92B9-0955EAE5B953}" type="presParOf" srcId="{3CFBDB32-6878-4DA0-8D8E-183DE62F53B0}" destId="{2289242C-0227-4B3B-B7C8-3EA6C04ACA82}" srcOrd="1" destOrd="0" presId="urn:microsoft.com/office/officeart/2005/8/layout/bProcess4#1"/>
    <dgm:cxn modelId="{6C24CB9D-DFFF-4825-90BB-AC0577165F62}" type="presParOf" srcId="{BB3026A5-E1E0-41AD-AA9D-7464A3CF43DD}" destId="{8C9C2A87-29D1-423F-8B23-ACD62BCC88C7}" srcOrd="13" destOrd="0" presId="urn:microsoft.com/office/officeart/2005/8/layout/bProcess4#1"/>
    <dgm:cxn modelId="{AF87F878-5F8C-4E40-A9FC-BB50D7905106}" type="presParOf" srcId="{BB3026A5-E1E0-41AD-AA9D-7464A3CF43DD}" destId="{3112AAE5-87F8-4A12-BE39-66F4950C93F9}" srcOrd="14" destOrd="0" presId="urn:microsoft.com/office/officeart/2005/8/layout/bProcess4#1"/>
    <dgm:cxn modelId="{FBCDD62C-4BC5-4254-9ED7-4A8929892C63}" type="presParOf" srcId="{3112AAE5-87F8-4A12-BE39-66F4950C93F9}" destId="{76348EB6-16EB-4D9F-AF9A-7EDC624F93BA}" srcOrd="0" destOrd="0" presId="urn:microsoft.com/office/officeart/2005/8/layout/bProcess4#1"/>
    <dgm:cxn modelId="{119D30D7-B462-463C-98C4-77A0B6C79D38}" type="presParOf" srcId="{3112AAE5-87F8-4A12-BE39-66F4950C93F9}" destId="{628838C4-86DB-4BF9-8F70-235FC487DBDC}" srcOrd="1" destOrd="0" presId="urn:microsoft.com/office/officeart/2005/8/layout/bProcess4#1"/>
    <dgm:cxn modelId="{44EB773F-D9E1-457C-B342-A56D14DE2FEA}" type="presParOf" srcId="{BB3026A5-E1E0-41AD-AA9D-7464A3CF43DD}" destId="{05172CF3-EA77-4094-8331-FA266F0B6F37}" srcOrd="15" destOrd="0" presId="urn:microsoft.com/office/officeart/2005/8/layout/bProcess4#1"/>
    <dgm:cxn modelId="{537782F1-021C-4D2F-A5BA-6B2D4B5173A7}" type="presParOf" srcId="{BB3026A5-E1E0-41AD-AA9D-7464A3CF43DD}" destId="{BB736D04-B841-4F06-8C3E-BEFD78DC1CC8}" srcOrd="16" destOrd="0" presId="urn:microsoft.com/office/officeart/2005/8/layout/bProcess4#1"/>
    <dgm:cxn modelId="{2CF38EF9-E1FB-4236-AB6D-46C89BC1C679}" type="presParOf" srcId="{BB736D04-B841-4F06-8C3E-BEFD78DC1CC8}" destId="{D20BF7EA-A399-42F3-984F-93BD8FDCE67F}" srcOrd="0" destOrd="0" presId="urn:microsoft.com/office/officeart/2005/8/layout/bProcess4#1"/>
    <dgm:cxn modelId="{0E8E62CE-3868-4BEF-9AEC-133CFA5216C8}" type="presParOf" srcId="{BB736D04-B841-4F06-8C3E-BEFD78DC1CC8}" destId="{22C2DF3B-AD60-43B8-9363-669DFCE36913}" srcOrd="1" destOrd="0" presId="urn:microsoft.com/office/officeart/2005/8/layout/bProcess4#1"/>
    <dgm:cxn modelId="{A9D5A2BF-14CB-4E2D-B75E-A0E71B53989A}" type="presParOf" srcId="{BB3026A5-E1E0-41AD-AA9D-7464A3CF43DD}" destId="{E2337E73-B053-4811-A68E-AC92FF1F2479}" srcOrd="17" destOrd="0" presId="urn:microsoft.com/office/officeart/2005/8/layout/bProcess4#1"/>
    <dgm:cxn modelId="{309F2BDD-35AE-463C-A654-D0D80CF332E3}" type="presParOf" srcId="{BB3026A5-E1E0-41AD-AA9D-7464A3CF43DD}" destId="{47FA6CF3-3320-4416-9075-91253EFF8D8D}" srcOrd="18" destOrd="0" presId="urn:microsoft.com/office/officeart/2005/8/layout/bProcess4#1"/>
    <dgm:cxn modelId="{D1AEFC98-9A93-49F7-9D54-D8292007DE30}" type="presParOf" srcId="{47FA6CF3-3320-4416-9075-91253EFF8D8D}" destId="{FB10190E-78C2-4767-BD61-CDB91C8B6643}" srcOrd="0" destOrd="0" presId="urn:microsoft.com/office/officeart/2005/8/layout/bProcess4#1"/>
    <dgm:cxn modelId="{7C60EA9B-233C-4FBF-9E8C-59B656571E95}" type="presParOf" srcId="{47FA6CF3-3320-4416-9075-91253EFF8D8D}" destId="{92B0DC73-DBE8-4E63-8F52-3C7C434A3B61}" srcOrd="1" destOrd="0" presId="urn:microsoft.com/office/officeart/2005/8/layout/bProcess4#1"/>
    <dgm:cxn modelId="{F537D1F8-0CB0-4840-8997-95BD512EFADE}" type="presParOf" srcId="{BB3026A5-E1E0-41AD-AA9D-7464A3CF43DD}" destId="{C67971E6-9C5B-4F26-8A90-E9DD2B9B368A}" srcOrd="19" destOrd="0" presId="urn:microsoft.com/office/officeart/2005/8/layout/bProcess4#1"/>
    <dgm:cxn modelId="{C7E4D844-1FB3-4CD1-8017-68D7880D31ED}" type="presParOf" srcId="{BB3026A5-E1E0-41AD-AA9D-7464A3CF43DD}" destId="{C4FDCCA0-14AA-425A-988C-5E59FF6FC2CA}" srcOrd="20" destOrd="0" presId="urn:microsoft.com/office/officeart/2005/8/layout/bProcess4#1"/>
    <dgm:cxn modelId="{03597B34-9498-448A-91DB-2362478C6251}" type="presParOf" srcId="{C4FDCCA0-14AA-425A-988C-5E59FF6FC2CA}" destId="{0132FB4F-A3BD-4CF9-A02C-E68C9912DDE3}" srcOrd="0" destOrd="0" presId="urn:microsoft.com/office/officeart/2005/8/layout/bProcess4#1"/>
    <dgm:cxn modelId="{84F4CD06-D236-4D6C-9171-6F5580890AFF}" type="presParOf" srcId="{C4FDCCA0-14AA-425A-988C-5E59FF6FC2CA}" destId="{B15E7C8A-966A-414D-8D3E-D14A436BF59B}" srcOrd="1" destOrd="0" presId="urn:microsoft.com/office/officeart/2005/8/layout/bProcess4#1"/>
    <dgm:cxn modelId="{F3E13A73-A756-4603-82BE-F0DFA133A5B2}" type="presParOf" srcId="{BB3026A5-E1E0-41AD-AA9D-7464A3CF43DD}" destId="{5C628DB9-7E14-4264-B592-190B717B06FD}" srcOrd="21" destOrd="0" presId="urn:microsoft.com/office/officeart/2005/8/layout/bProcess4#1"/>
    <dgm:cxn modelId="{C511CAAF-1CD4-45BA-BA6B-A326B4E9D87F}" type="presParOf" srcId="{BB3026A5-E1E0-41AD-AA9D-7464A3CF43DD}" destId="{694CCA19-484A-4E34-8FD2-F359031E1622}" srcOrd="22" destOrd="0" presId="urn:microsoft.com/office/officeart/2005/8/layout/bProcess4#1"/>
    <dgm:cxn modelId="{74A9CC3F-3219-4D08-AA7B-86CADC36909E}" type="presParOf" srcId="{694CCA19-484A-4E34-8FD2-F359031E1622}" destId="{D21B630F-CC2E-41F5-9122-D12582C4855E}" srcOrd="0" destOrd="0" presId="urn:microsoft.com/office/officeart/2005/8/layout/bProcess4#1"/>
    <dgm:cxn modelId="{7CEB6CBD-B9EA-4254-AB1A-363551D06A58}" type="presParOf" srcId="{694CCA19-484A-4E34-8FD2-F359031E1622}" destId="{446153AB-5670-4717-8D81-87676545A72D}" srcOrd="1" destOrd="0" presId="urn:microsoft.com/office/officeart/2005/8/layout/bProcess4#1"/>
    <dgm:cxn modelId="{DC4DC7B6-BB14-4320-9467-5371F600513E}" type="presParOf" srcId="{BB3026A5-E1E0-41AD-AA9D-7464A3CF43DD}" destId="{B30C805E-A2A6-41A3-813E-77C0A4D1D978}" srcOrd="23" destOrd="0" presId="urn:microsoft.com/office/officeart/2005/8/layout/bProcess4#1"/>
    <dgm:cxn modelId="{34C7B7B4-03C7-4167-9069-26BF25B5677A}" type="presParOf" srcId="{BB3026A5-E1E0-41AD-AA9D-7464A3CF43DD}" destId="{AAABBB62-ABF5-41B4-ADCE-7A6E93ACC776}" srcOrd="24" destOrd="0" presId="urn:microsoft.com/office/officeart/2005/8/layout/bProcess4#1"/>
    <dgm:cxn modelId="{E5C8E926-D65F-4C1A-84D9-4065BEDF5018}" type="presParOf" srcId="{AAABBB62-ABF5-41B4-ADCE-7A6E93ACC776}" destId="{86EF3173-D84F-43B2-B0A7-D6E8071D7151}" srcOrd="0" destOrd="0" presId="urn:microsoft.com/office/officeart/2005/8/layout/bProcess4#1"/>
    <dgm:cxn modelId="{F4D65F73-9C2E-4034-9FCB-9F14FA38FFE2}" type="presParOf" srcId="{AAABBB62-ABF5-41B4-ADCE-7A6E93ACC776}" destId="{9B150EBE-A23F-45E3-AD18-037210C534BF}" srcOrd="1" destOrd="0" presId="urn:microsoft.com/office/officeart/2005/8/layout/bProcess4#1"/>
    <dgm:cxn modelId="{E01F4B53-CB4A-48DD-A2F1-60D446E56D99}" type="presParOf" srcId="{BB3026A5-E1E0-41AD-AA9D-7464A3CF43DD}" destId="{6913B2ED-14CC-4AB5-9529-FB2E13537A97}" srcOrd="25" destOrd="0" presId="urn:microsoft.com/office/officeart/2005/8/layout/bProcess4#1"/>
    <dgm:cxn modelId="{25105F43-9CB9-407B-8666-C22BEE31138D}" type="presParOf" srcId="{BB3026A5-E1E0-41AD-AA9D-7464A3CF43DD}" destId="{28C44177-3C71-476B-B1C1-2BE652A3C03C}" srcOrd="26" destOrd="0" presId="urn:microsoft.com/office/officeart/2005/8/layout/bProcess4#1"/>
    <dgm:cxn modelId="{281D2A1D-5D06-4DA4-8861-B404FAED6F6B}" type="presParOf" srcId="{28C44177-3C71-476B-B1C1-2BE652A3C03C}" destId="{960B6ECC-734E-4B14-9EC0-C933D5EE61B8}" srcOrd="0" destOrd="0" presId="urn:microsoft.com/office/officeart/2005/8/layout/bProcess4#1"/>
    <dgm:cxn modelId="{A9E0947C-F842-4F06-8772-BAE89BDCAC21}" type="presParOf" srcId="{28C44177-3C71-476B-B1C1-2BE652A3C03C}" destId="{8553582A-6DD0-48CC-BAC9-9A2B76051D06}" srcOrd="1" destOrd="0" presId="urn:microsoft.com/office/officeart/2005/8/layout/bProcess4#1"/>
    <dgm:cxn modelId="{3BBBEEF9-3084-4F61-B383-6D41CACA47DA}" type="presParOf" srcId="{BB3026A5-E1E0-41AD-AA9D-7464A3CF43DD}" destId="{3D1C520D-5A1B-4BEF-A4D2-5372603F74ED}" srcOrd="27" destOrd="0" presId="urn:microsoft.com/office/officeart/2005/8/layout/bProcess4#1"/>
    <dgm:cxn modelId="{BED9B6D0-C36B-4482-B511-80AA9C22A03F}" type="presParOf" srcId="{BB3026A5-E1E0-41AD-AA9D-7464A3CF43DD}" destId="{F3A125CE-BC8B-4C5B-9E1F-813A62C76ABA}" srcOrd="28" destOrd="0" presId="urn:microsoft.com/office/officeart/2005/8/layout/bProcess4#1"/>
    <dgm:cxn modelId="{EFDCA87C-A177-4B69-8D4D-5BED0A4384E9}" type="presParOf" srcId="{F3A125CE-BC8B-4C5B-9E1F-813A62C76ABA}" destId="{3C754C02-972D-41C7-BA97-F943BFADE7C1}" srcOrd="0" destOrd="0" presId="urn:microsoft.com/office/officeart/2005/8/layout/bProcess4#1"/>
    <dgm:cxn modelId="{D0B1CD68-EFA6-4AE9-964A-B29A5938881A}" type="presParOf" srcId="{F3A125CE-BC8B-4C5B-9E1F-813A62C76ABA}" destId="{1CAD0C39-6700-4BCE-AB7E-C3E8DB05091B}" srcOrd="1" destOrd="0" presId="urn:microsoft.com/office/officeart/2005/8/layout/bProcess4#1"/>
    <dgm:cxn modelId="{86E9D9C4-A2D8-41EC-9C28-3EB42FD584D5}" type="presParOf" srcId="{BB3026A5-E1E0-41AD-AA9D-7464A3CF43DD}" destId="{7331CA3D-D4DD-4E24-B509-8C83325744C5}" srcOrd="29" destOrd="0" presId="urn:microsoft.com/office/officeart/2005/8/layout/bProcess4#1"/>
    <dgm:cxn modelId="{580B91C8-FAFC-4485-9672-5E53B2522D7A}" type="presParOf" srcId="{BB3026A5-E1E0-41AD-AA9D-7464A3CF43DD}" destId="{616B38F3-1020-4113-8B04-4CC699275EDF}" srcOrd="30" destOrd="0" presId="urn:microsoft.com/office/officeart/2005/8/layout/bProcess4#1"/>
    <dgm:cxn modelId="{2808EB08-0052-4274-B974-62D90F967A77}" type="presParOf" srcId="{616B38F3-1020-4113-8B04-4CC699275EDF}" destId="{81545105-3EE7-4CF1-A7D0-248ADB0540FA}" srcOrd="0" destOrd="0" presId="urn:microsoft.com/office/officeart/2005/8/layout/bProcess4#1"/>
    <dgm:cxn modelId="{A5A58B89-CAFD-4B2A-9A3E-24C9EA1E30B7}" type="presParOf" srcId="{616B38F3-1020-4113-8B04-4CC699275EDF}" destId="{99B3EE25-3909-4482-BA9E-AB84CBC4EC12}" srcOrd="1" destOrd="0" presId="urn:microsoft.com/office/officeart/2005/8/layout/bProcess4#1"/>
    <dgm:cxn modelId="{AEF27EEA-3B4D-4A72-8BD1-7076896E677D}" type="presParOf" srcId="{BB3026A5-E1E0-41AD-AA9D-7464A3CF43DD}" destId="{39D19F5F-2C43-41CA-83CF-9479FE2E2DAC}" srcOrd="31" destOrd="0" presId="urn:microsoft.com/office/officeart/2005/8/layout/bProcess4#1"/>
    <dgm:cxn modelId="{E1F60FDB-1655-4B92-A9FB-0E59C523CFA2}" type="presParOf" srcId="{BB3026A5-E1E0-41AD-AA9D-7464A3CF43DD}" destId="{EDD79F76-7FB1-40AC-A50D-6C8BDA2BD8B9}" srcOrd="32" destOrd="0" presId="urn:microsoft.com/office/officeart/2005/8/layout/bProcess4#1"/>
    <dgm:cxn modelId="{6DE6470A-A409-4A01-8D38-223713AF0588}" type="presParOf" srcId="{EDD79F76-7FB1-40AC-A50D-6C8BDA2BD8B9}" destId="{98514AD5-19E0-4FEB-8A93-04134CBA99D3}" srcOrd="0" destOrd="0" presId="urn:microsoft.com/office/officeart/2005/8/layout/bProcess4#1"/>
    <dgm:cxn modelId="{7A446A8E-B147-46AD-A1AC-2494FBE17262}" type="presParOf" srcId="{EDD79F76-7FB1-40AC-A50D-6C8BDA2BD8B9}" destId="{2FBB43C6-3350-4573-80D2-F487DA23B4FB}" srcOrd="1" destOrd="0" presId="urn:microsoft.com/office/officeart/2005/8/layout/bProcess4#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797A997-1D3F-4B25-98A8-2FB57A6A5CB8}" type="doc">
      <dgm:prSet loTypeId="urn:microsoft.com/office/officeart/2005/8/layout/rings+Icon" loCatId="officeonline" qsTypeId="urn:microsoft.com/office/officeart/2005/8/quickstyle/simple1#5" qsCatId="simple" csTypeId="urn:microsoft.com/office/officeart/2005/8/colors/colorful5#1" csCatId="colorful" phldr="1"/>
      <dgm:spPr/>
      <dgm:t>
        <a:bodyPr/>
        <a:lstStyle/>
        <a:p>
          <a:endParaRPr lang="en-US"/>
        </a:p>
      </dgm:t>
    </dgm:pt>
    <dgm:pt modelId="{514C0C90-C385-44D0-BC90-B1AED444A295}">
      <dgm:prSet/>
      <dgm:spPr/>
      <dgm:t>
        <a:bodyPr/>
        <a:lstStyle/>
        <a:p>
          <a:r>
            <a:rPr lang="en-US"/>
            <a:t>Khả năng mở rộng</a:t>
          </a:r>
          <a:endParaRPr lang="en-US" dirty="0"/>
        </a:p>
      </dgm:t>
    </dgm:pt>
    <dgm:pt modelId="{10FDC60A-3DE6-4DFE-8E53-04EBEB866940}" type="parTrans" cxnId="{D8E7E5D0-6A45-4DCF-9D26-BDA44F944D88}">
      <dgm:prSet/>
      <dgm:spPr/>
      <dgm:t>
        <a:bodyPr/>
        <a:lstStyle/>
        <a:p>
          <a:endParaRPr lang="en-US"/>
        </a:p>
      </dgm:t>
    </dgm:pt>
    <dgm:pt modelId="{59B172A9-4C94-442A-9554-14D8BB5C9926}" type="sibTrans" cxnId="{D8E7E5D0-6A45-4DCF-9D26-BDA44F944D88}">
      <dgm:prSet/>
      <dgm:spPr/>
      <dgm:t>
        <a:bodyPr/>
        <a:lstStyle/>
        <a:p>
          <a:endParaRPr lang="en-US"/>
        </a:p>
      </dgm:t>
    </dgm:pt>
    <dgm:pt modelId="{F3DC023E-5611-4E38-B38B-0A0D35ACFAFA}">
      <dgm:prSet/>
      <dgm:spPr/>
      <dgm:t>
        <a:bodyPr/>
        <a:lstStyle/>
        <a:p>
          <a:r>
            <a:rPr lang="en-US" dirty="0" err="1"/>
            <a:t>Tính</a:t>
          </a:r>
          <a:r>
            <a:rPr lang="en-US" dirty="0"/>
            <a:t> </a:t>
          </a:r>
          <a:r>
            <a:rPr lang="en-US" dirty="0" err="1"/>
            <a:t>bảo</a:t>
          </a:r>
          <a:r>
            <a:rPr lang="en-US" dirty="0"/>
            <a:t> </a:t>
          </a:r>
          <a:r>
            <a:rPr lang="en-US" dirty="0" err="1"/>
            <a:t>mật</a:t>
          </a:r>
          <a:endParaRPr lang="en-US" dirty="0"/>
        </a:p>
      </dgm:t>
    </dgm:pt>
    <dgm:pt modelId="{8CF4E51C-989C-4AAF-B953-023113F7DB15}" type="parTrans" cxnId="{7C3CB3E6-631B-4158-9A9C-91DF37B7F58A}">
      <dgm:prSet/>
      <dgm:spPr/>
      <dgm:t>
        <a:bodyPr/>
        <a:lstStyle/>
        <a:p>
          <a:endParaRPr lang="en-US"/>
        </a:p>
      </dgm:t>
    </dgm:pt>
    <dgm:pt modelId="{6EE8A4BA-DD06-48D6-9C2C-8F502C0DA2B5}" type="sibTrans" cxnId="{7C3CB3E6-631B-4158-9A9C-91DF37B7F58A}">
      <dgm:prSet/>
      <dgm:spPr/>
      <dgm:t>
        <a:bodyPr/>
        <a:lstStyle/>
        <a:p>
          <a:endParaRPr lang="en-US"/>
        </a:p>
      </dgm:t>
    </dgm:pt>
    <dgm:pt modelId="{6D319662-0D5C-43E3-B820-45F82C18526D}">
      <dgm:prSet/>
      <dgm:spPr/>
      <dgm:t>
        <a:bodyPr/>
        <a:lstStyle/>
        <a:p>
          <a:r>
            <a:rPr lang="en-US" dirty="0"/>
            <a:t>Giao </a:t>
          </a:r>
          <a:r>
            <a:rPr lang="en-US" dirty="0" err="1"/>
            <a:t>diện</a:t>
          </a:r>
          <a:r>
            <a:rPr lang="en-US" dirty="0"/>
            <a:t> </a:t>
          </a:r>
          <a:r>
            <a:rPr lang="en-US" dirty="0" err="1"/>
            <a:t>thân</a:t>
          </a:r>
          <a:r>
            <a:rPr lang="en-US" dirty="0"/>
            <a:t> </a:t>
          </a:r>
          <a:r>
            <a:rPr lang="en-US" dirty="0" err="1"/>
            <a:t>thiện</a:t>
          </a:r>
          <a:endParaRPr lang="en-US" dirty="0"/>
        </a:p>
      </dgm:t>
    </dgm:pt>
    <dgm:pt modelId="{F9FCBC96-9111-40F7-9FDD-E814BF97A975}" type="parTrans" cxnId="{AC86597A-6950-408B-9B2C-32C81994780A}">
      <dgm:prSet/>
      <dgm:spPr/>
      <dgm:t>
        <a:bodyPr/>
        <a:lstStyle/>
        <a:p>
          <a:endParaRPr lang="en-US"/>
        </a:p>
      </dgm:t>
    </dgm:pt>
    <dgm:pt modelId="{5B434B3C-BCB8-40DD-8F6E-0B04F35DFFDE}" type="sibTrans" cxnId="{AC86597A-6950-408B-9B2C-32C81994780A}">
      <dgm:prSet/>
      <dgm:spPr/>
      <dgm:t>
        <a:bodyPr/>
        <a:lstStyle/>
        <a:p>
          <a:endParaRPr lang="en-US"/>
        </a:p>
      </dgm:t>
    </dgm:pt>
    <dgm:pt modelId="{982B909C-C3AF-4C59-9CCA-E280C76DB795}">
      <dgm:prSet/>
      <dgm:spPr/>
      <dgm:t>
        <a:bodyPr/>
        <a:lstStyle/>
        <a:p>
          <a:r>
            <a:rPr lang="en-US" dirty="0" err="1"/>
            <a:t>Tương</a:t>
          </a:r>
          <a:r>
            <a:rPr lang="en-US" dirty="0"/>
            <a:t> </a:t>
          </a:r>
          <a:r>
            <a:rPr lang="en-US" dirty="0" err="1"/>
            <a:t>thích</a:t>
          </a:r>
          <a:r>
            <a:rPr lang="en-US" dirty="0"/>
            <a:t> </a:t>
          </a:r>
          <a:r>
            <a:rPr lang="en-US" dirty="0" err="1"/>
            <a:t>các</a:t>
          </a:r>
          <a:r>
            <a:rPr lang="en-US" dirty="0"/>
            <a:t> </a:t>
          </a:r>
          <a:r>
            <a:rPr lang="en-US" dirty="0" err="1"/>
            <a:t>trình</a:t>
          </a:r>
          <a:r>
            <a:rPr lang="en-US" dirty="0"/>
            <a:t> </a:t>
          </a:r>
          <a:r>
            <a:rPr lang="en-US" dirty="0" err="1"/>
            <a:t>duyệt</a:t>
          </a:r>
          <a:r>
            <a:rPr lang="en-US" dirty="0"/>
            <a:t> </a:t>
          </a:r>
          <a:r>
            <a:rPr lang="en-US" dirty="0" err="1"/>
            <a:t>phổ</a:t>
          </a:r>
          <a:r>
            <a:rPr lang="en-US" dirty="0"/>
            <a:t> </a:t>
          </a:r>
          <a:r>
            <a:rPr lang="en-US" dirty="0" err="1"/>
            <a:t>biến</a:t>
          </a:r>
          <a:r>
            <a:rPr lang="en-US" dirty="0"/>
            <a:t>: Chrome, Firefox,…</a:t>
          </a:r>
        </a:p>
      </dgm:t>
    </dgm:pt>
    <dgm:pt modelId="{18C26E8D-3879-4917-9D5D-98D2735B4971}" type="parTrans" cxnId="{A65DD797-93E6-4C23-80A7-6EE22F10C090}">
      <dgm:prSet/>
      <dgm:spPr/>
      <dgm:t>
        <a:bodyPr/>
        <a:lstStyle/>
        <a:p>
          <a:endParaRPr lang="en-US"/>
        </a:p>
      </dgm:t>
    </dgm:pt>
    <dgm:pt modelId="{A0016842-3356-4F88-9F46-8C5C7E2B22C6}" type="sibTrans" cxnId="{A65DD797-93E6-4C23-80A7-6EE22F10C090}">
      <dgm:prSet/>
      <dgm:spPr/>
      <dgm:t>
        <a:bodyPr/>
        <a:lstStyle/>
        <a:p>
          <a:endParaRPr lang="en-US"/>
        </a:p>
      </dgm:t>
    </dgm:pt>
    <dgm:pt modelId="{CDAFEDCB-8ADB-41F5-8B15-AACEC6DBE364}" type="pres">
      <dgm:prSet presAssocID="{0797A997-1D3F-4B25-98A8-2FB57A6A5CB8}" presName="Name0" presStyleCnt="0">
        <dgm:presLayoutVars>
          <dgm:chMax val="7"/>
          <dgm:dir/>
          <dgm:resizeHandles val="exact"/>
        </dgm:presLayoutVars>
      </dgm:prSet>
      <dgm:spPr/>
    </dgm:pt>
    <dgm:pt modelId="{38906A0B-30BC-452A-8B0B-E7440A5CC14A}" type="pres">
      <dgm:prSet presAssocID="{0797A997-1D3F-4B25-98A8-2FB57A6A5CB8}" presName="ellipse1" presStyleLbl="vennNode1" presStyleIdx="0" presStyleCnt="4" custLinFactNeighborX="-11266" custLinFactNeighborY="-10729">
        <dgm:presLayoutVars>
          <dgm:bulletEnabled val="1"/>
        </dgm:presLayoutVars>
      </dgm:prSet>
      <dgm:spPr/>
    </dgm:pt>
    <dgm:pt modelId="{40C6D015-55DA-4CED-B649-72E2E8FFBFFE}" type="pres">
      <dgm:prSet presAssocID="{0797A997-1D3F-4B25-98A8-2FB57A6A5CB8}" presName="ellipse2" presStyleLbl="vennNode1" presStyleIdx="1" presStyleCnt="4" custLinFactNeighborX="-12556" custLinFactNeighborY="14076">
        <dgm:presLayoutVars>
          <dgm:bulletEnabled val="1"/>
        </dgm:presLayoutVars>
      </dgm:prSet>
      <dgm:spPr/>
    </dgm:pt>
    <dgm:pt modelId="{F003B26E-53B4-4AF2-8B21-571579D9A522}" type="pres">
      <dgm:prSet presAssocID="{0797A997-1D3F-4B25-98A8-2FB57A6A5CB8}" presName="ellipse3" presStyleLbl="vennNode1" presStyleIdx="2" presStyleCnt="4" custLinFactNeighborX="2286" custLinFactNeighborY="1727">
        <dgm:presLayoutVars>
          <dgm:bulletEnabled val="1"/>
        </dgm:presLayoutVars>
      </dgm:prSet>
      <dgm:spPr/>
    </dgm:pt>
    <dgm:pt modelId="{22AD7E15-7717-4DEF-BF04-AEB5568C6CE7}" type="pres">
      <dgm:prSet presAssocID="{0797A997-1D3F-4B25-98A8-2FB57A6A5CB8}" presName="ellipse4" presStyleLbl="vennNode1" presStyleIdx="3" presStyleCnt="4" custLinFactNeighborX="18218" custLinFactNeighborY="1989">
        <dgm:presLayoutVars>
          <dgm:bulletEnabled val="1"/>
        </dgm:presLayoutVars>
      </dgm:prSet>
      <dgm:spPr/>
    </dgm:pt>
  </dgm:ptLst>
  <dgm:cxnLst>
    <dgm:cxn modelId="{D7CBC507-763F-4931-B24E-4616B08EC006}" type="presOf" srcId="{6D319662-0D5C-43E3-B820-45F82C18526D}" destId="{F003B26E-53B4-4AF2-8B21-571579D9A522}" srcOrd="0" destOrd="0" presId="urn:microsoft.com/office/officeart/2005/8/layout/rings+Icon"/>
    <dgm:cxn modelId="{4ACC4633-F216-44CC-BDF1-4B496854E315}" type="presOf" srcId="{F3DC023E-5611-4E38-B38B-0A0D35ACFAFA}" destId="{40C6D015-55DA-4CED-B649-72E2E8FFBFFE}" srcOrd="0" destOrd="0" presId="urn:microsoft.com/office/officeart/2005/8/layout/rings+Icon"/>
    <dgm:cxn modelId="{AC86597A-6950-408B-9B2C-32C81994780A}" srcId="{0797A997-1D3F-4B25-98A8-2FB57A6A5CB8}" destId="{6D319662-0D5C-43E3-B820-45F82C18526D}" srcOrd="2" destOrd="0" parTransId="{F9FCBC96-9111-40F7-9FDD-E814BF97A975}" sibTransId="{5B434B3C-BCB8-40DD-8F6E-0B04F35DFFDE}"/>
    <dgm:cxn modelId="{C5DF1B8E-E877-4E78-9172-4E9A97A7DC35}" type="presOf" srcId="{982B909C-C3AF-4C59-9CCA-E280C76DB795}" destId="{22AD7E15-7717-4DEF-BF04-AEB5568C6CE7}" srcOrd="0" destOrd="0" presId="urn:microsoft.com/office/officeart/2005/8/layout/rings+Icon"/>
    <dgm:cxn modelId="{A65DD797-93E6-4C23-80A7-6EE22F10C090}" srcId="{0797A997-1D3F-4B25-98A8-2FB57A6A5CB8}" destId="{982B909C-C3AF-4C59-9CCA-E280C76DB795}" srcOrd="3" destOrd="0" parTransId="{18C26E8D-3879-4917-9D5D-98D2735B4971}" sibTransId="{A0016842-3356-4F88-9F46-8C5C7E2B22C6}"/>
    <dgm:cxn modelId="{0CC94198-ADBC-4DE4-8AF9-17C37D126F29}" type="presOf" srcId="{0797A997-1D3F-4B25-98A8-2FB57A6A5CB8}" destId="{CDAFEDCB-8ADB-41F5-8B15-AACEC6DBE364}" srcOrd="0" destOrd="0" presId="urn:microsoft.com/office/officeart/2005/8/layout/rings+Icon"/>
    <dgm:cxn modelId="{D8E7E5D0-6A45-4DCF-9D26-BDA44F944D88}" srcId="{0797A997-1D3F-4B25-98A8-2FB57A6A5CB8}" destId="{514C0C90-C385-44D0-BC90-B1AED444A295}" srcOrd="0" destOrd="0" parTransId="{10FDC60A-3DE6-4DFE-8E53-04EBEB866940}" sibTransId="{59B172A9-4C94-442A-9554-14D8BB5C9926}"/>
    <dgm:cxn modelId="{7C3CB3E6-631B-4158-9A9C-91DF37B7F58A}" srcId="{0797A997-1D3F-4B25-98A8-2FB57A6A5CB8}" destId="{F3DC023E-5611-4E38-B38B-0A0D35ACFAFA}" srcOrd="1" destOrd="0" parTransId="{8CF4E51C-989C-4AAF-B953-023113F7DB15}" sibTransId="{6EE8A4BA-DD06-48D6-9C2C-8F502C0DA2B5}"/>
    <dgm:cxn modelId="{9262B1FA-142D-4202-A9C6-3BF4A9073168}" type="presOf" srcId="{514C0C90-C385-44D0-BC90-B1AED444A295}" destId="{38906A0B-30BC-452A-8B0B-E7440A5CC14A}" srcOrd="0" destOrd="0" presId="urn:microsoft.com/office/officeart/2005/8/layout/rings+Icon"/>
    <dgm:cxn modelId="{22F9CC51-FA2B-4582-B967-221BDC56DA17}" type="presParOf" srcId="{CDAFEDCB-8ADB-41F5-8B15-AACEC6DBE364}" destId="{38906A0B-30BC-452A-8B0B-E7440A5CC14A}" srcOrd="0" destOrd="0" presId="urn:microsoft.com/office/officeart/2005/8/layout/rings+Icon"/>
    <dgm:cxn modelId="{DF07767D-B6A1-493F-9C7F-5A9863E75870}" type="presParOf" srcId="{CDAFEDCB-8ADB-41F5-8B15-AACEC6DBE364}" destId="{40C6D015-55DA-4CED-B649-72E2E8FFBFFE}" srcOrd="1" destOrd="0" presId="urn:microsoft.com/office/officeart/2005/8/layout/rings+Icon"/>
    <dgm:cxn modelId="{70A3C8C8-EFF3-4952-BDAC-3EC666B94C7F}" type="presParOf" srcId="{CDAFEDCB-8ADB-41F5-8B15-AACEC6DBE364}" destId="{F003B26E-53B4-4AF2-8B21-571579D9A522}" srcOrd="2" destOrd="0" presId="urn:microsoft.com/office/officeart/2005/8/layout/rings+Icon"/>
    <dgm:cxn modelId="{8E726D07-3268-4AB1-8D9E-5F1011241C50}" type="presParOf" srcId="{CDAFEDCB-8ADB-41F5-8B15-AACEC6DBE364}" destId="{22AD7E15-7717-4DEF-BF04-AEB5568C6CE7}" srcOrd="3" destOrd="0" presId="urn:microsoft.com/office/officeart/2005/8/layout/rings+Icon"/>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0D25FB-BF9E-4A09-A02A-8B9CAF6ADC28}">
      <dsp:nvSpPr>
        <dsp:cNvPr id="0" name=""/>
        <dsp:cNvSpPr/>
      </dsp:nvSpPr>
      <dsp:spPr bwMode="white">
        <a:xfrm>
          <a:off x="0" y="165339"/>
          <a:ext cx="8555378" cy="6912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kern="1200" dirty="0" err="1"/>
            <a:t>Xây</a:t>
          </a:r>
          <a:r>
            <a:rPr lang="en-US" sz="2300" kern="1200" dirty="0"/>
            <a:t> </a:t>
          </a:r>
          <a:r>
            <a:rPr lang="en-US" sz="2300" kern="1200" dirty="0" err="1"/>
            <a:t>dựng</a:t>
          </a:r>
          <a:r>
            <a:rPr lang="en-US" sz="2300" kern="1200" dirty="0"/>
            <a:t> website </a:t>
          </a:r>
          <a:r>
            <a:rPr lang="en-US" sz="2300" kern="1200" dirty="0" err="1"/>
            <a:t>tìm</a:t>
          </a:r>
          <a:r>
            <a:rPr lang="en-US" sz="2300" kern="1200" dirty="0"/>
            <a:t> </a:t>
          </a:r>
          <a:r>
            <a:rPr lang="en-US" sz="2300" kern="1200" dirty="0" err="1"/>
            <a:t>việc</a:t>
          </a:r>
          <a:r>
            <a:rPr lang="en-US" sz="2300" kern="1200" dirty="0"/>
            <a:t> </a:t>
          </a:r>
          <a:r>
            <a:rPr lang="en-US" sz="2300" kern="1200" dirty="0" err="1"/>
            <a:t>làm</a:t>
          </a:r>
          <a:endParaRPr lang="en-US" sz="2300" kern="1200" dirty="0"/>
        </a:p>
      </dsp:txBody>
      <dsp:txXfrm>
        <a:off x="0" y="165339"/>
        <a:ext cx="8555378" cy="691200"/>
      </dsp:txXfrm>
    </dsp:sp>
    <dsp:sp modelId="{3203D589-FE61-44F4-9C1C-8A98CB54B880}">
      <dsp:nvSpPr>
        <dsp:cNvPr id="0" name=""/>
        <dsp:cNvSpPr/>
      </dsp:nvSpPr>
      <dsp:spPr bwMode="white">
        <a:xfrm>
          <a:off x="0" y="932711"/>
          <a:ext cx="8555378" cy="2429038"/>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dirty="0" err="1"/>
            <a:t>Giúp</a:t>
          </a:r>
          <a:r>
            <a:rPr lang="en-US" sz="2300" kern="1200" dirty="0"/>
            <a:t> </a:t>
          </a:r>
          <a:r>
            <a:rPr lang="en-US" sz="2300" kern="1200" dirty="0" err="1"/>
            <a:t>ứng</a:t>
          </a:r>
          <a:r>
            <a:rPr lang="en-US" sz="2300" kern="1200" dirty="0"/>
            <a:t> </a:t>
          </a:r>
          <a:r>
            <a:rPr lang="en-US" sz="2300" kern="1200" dirty="0" err="1"/>
            <a:t>viên</a:t>
          </a:r>
          <a:r>
            <a:rPr lang="en-US" sz="2300" kern="1200" dirty="0"/>
            <a:t> </a:t>
          </a:r>
          <a:r>
            <a:rPr lang="en-US" sz="2300" kern="1200" dirty="0" err="1"/>
            <a:t>tìm</a:t>
          </a:r>
          <a:r>
            <a:rPr lang="en-US" sz="2300" kern="1200" dirty="0"/>
            <a:t> </a:t>
          </a:r>
          <a:r>
            <a:rPr lang="en-US" sz="2300" kern="1200" dirty="0" err="1"/>
            <a:t>việc</a:t>
          </a:r>
          <a:r>
            <a:rPr lang="en-US" sz="2300" kern="1200" dirty="0"/>
            <a:t> </a:t>
          </a:r>
          <a:r>
            <a:rPr lang="en-US" sz="2300" kern="1200" dirty="0" err="1"/>
            <a:t>làm</a:t>
          </a:r>
          <a:r>
            <a:rPr lang="en-US" sz="2300" kern="1200" dirty="0"/>
            <a:t> </a:t>
          </a:r>
          <a:r>
            <a:rPr lang="en-US" sz="2300" kern="1200" dirty="0" err="1"/>
            <a:t>nhanh</a:t>
          </a:r>
          <a:r>
            <a:rPr lang="en-US" sz="2300" kern="1200" dirty="0"/>
            <a:t> </a:t>
          </a:r>
          <a:r>
            <a:rPr lang="en-US" sz="2300" kern="1200" dirty="0" err="1"/>
            <a:t>thông</a:t>
          </a:r>
          <a:r>
            <a:rPr lang="en-US" sz="2300" kern="1200" dirty="0"/>
            <a:t> qua </a:t>
          </a:r>
          <a:r>
            <a:rPr lang="en-US" sz="2300" kern="1200" dirty="0" err="1"/>
            <a:t>trang</a:t>
          </a:r>
          <a:r>
            <a:rPr lang="en-US" sz="2300" kern="1200" dirty="0"/>
            <a:t> </a:t>
          </a:r>
          <a:r>
            <a:rPr lang="en-US" sz="2300" kern="1200" dirty="0" err="1"/>
            <a:t>tìm</a:t>
          </a:r>
          <a:r>
            <a:rPr lang="en-US" sz="2300" kern="1200" dirty="0"/>
            <a:t> </a:t>
          </a:r>
          <a:r>
            <a:rPr lang="en-US" sz="2300" kern="1200" dirty="0" err="1"/>
            <a:t>kiếm</a:t>
          </a:r>
          <a:r>
            <a:rPr lang="en-US" sz="2300" kern="1200" dirty="0"/>
            <a:t> </a:t>
          </a:r>
          <a:r>
            <a:rPr lang="en-US" sz="2300" kern="1200" dirty="0" err="1"/>
            <a:t>và</a:t>
          </a:r>
          <a:r>
            <a:rPr lang="en-US" sz="2300" kern="1200" dirty="0"/>
            <a:t> </a:t>
          </a:r>
          <a:r>
            <a:rPr lang="en-US" sz="2300" kern="1200" dirty="0" err="1"/>
            <a:t>botchat</a:t>
          </a:r>
          <a:r>
            <a:rPr lang="en-US" sz="2300" kern="1200" dirty="0"/>
            <a:t> </a:t>
          </a:r>
          <a:r>
            <a:rPr lang="en-US" sz="2300" kern="1200" dirty="0" err="1"/>
            <a:t>hỗ</a:t>
          </a:r>
          <a:r>
            <a:rPr lang="en-US" sz="2300" kern="1200" dirty="0"/>
            <a:t> </a:t>
          </a:r>
          <a:r>
            <a:rPr lang="en-US" sz="2300" kern="1200" dirty="0" err="1"/>
            <a:t>trợ</a:t>
          </a:r>
          <a:r>
            <a:rPr lang="en-US" sz="2300" kern="1200" dirty="0"/>
            <a:t> </a:t>
          </a:r>
          <a:r>
            <a:rPr lang="en-US" sz="2300" kern="1200" dirty="0" err="1"/>
            <a:t>tìm</a:t>
          </a:r>
          <a:r>
            <a:rPr lang="en-US" sz="2300" kern="1200" dirty="0"/>
            <a:t> </a:t>
          </a:r>
          <a:r>
            <a:rPr lang="en-US" sz="2300" kern="1200" dirty="0" err="1"/>
            <a:t>kiếm</a:t>
          </a:r>
          <a:r>
            <a:rPr lang="en-US" sz="2300" kern="1200" dirty="0"/>
            <a:t>.</a:t>
          </a:r>
        </a:p>
        <a:p>
          <a:pPr marL="228600" lvl="1" indent="-228600" algn="l" defTabSz="1022350">
            <a:lnSpc>
              <a:spcPct val="90000"/>
            </a:lnSpc>
            <a:spcBef>
              <a:spcPct val="0"/>
            </a:spcBef>
            <a:spcAft>
              <a:spcPct val="15000"/>
            </a:spcAft>
            <a:buChar char="•"/>
          </a:pPr>
          <a:r>
            <a:rPr lang="en-US" sz="2300" kern="1200" dirty="0" err="1"/>
            <a:t>Giúp</a:t>
          </a:r>
          <a:r>
            <a:rPr lang="en-US" sz="2300" kern="1200" dirty="0"/>
            <a:t> </a:t>
          </a:r>
          <a:r>
            <a:rPr lang="en-US" sz="2300" kern="1200" dirty="0" err="1"/>
            <a:t>nhà</a:t>
          </a:r>
          <a:r>
            <a:rPr lang="en-US" sz="2300" kern="1200" dirty="0"/>
            <a:t> </a:t>
          </a:r>
          <a:r>
            <a:rPr lang="en-US" sz="2300" kern="1200" dirty="0" err="1"/>
            <a:t>tuyển</a:t>
          </a:r>
          <a:r>
            <a:rPr lang="en-US" sz="2300" kern="1200" dirty="0"/>
            <a:t> </a:t>
          </a:r>
          <a:r>
            <a:rPr lang="en-US" sz="2300" kern="1200" dirty="0" err="1"/>
            <a:t>dụng</a:t>
          </a:r>
          <a:r>
            <a:rPr lang="en-US" sz="2300" kern="1200" dirty="0"/>
            <a:t> </a:t>
          </a:r>
          <a:r>
            <a:rPr lang="en-US" sz="2300" kern="1200" dirty="0" err="1"/>
            <a:t>đăng</a:t>
          </a:r>
          <a:r>
            <a:rPr lang="en-US" sz="2300" kern="1200" dirty="0"/>
            <a:t> tin </a:t>
          </a:r>
          <a:r>
            <a:rPr lang="en-US" sz="2300" kern="1200" dirty="0" err="1"/>
            <a:t>tuyển</a:t>
          </a:r>
          <a:r>
            <a:rPr lang="en-US" sz="2300" kern="1200" dirty="0"/>
            <a:t> </a:t>
          </a:r>
          <a:r>
            <a:rPr lang="en-US" sz="2300" kern="1200" dirty="0" err="1"/>
            <a:t>dụng</a:t>
          </a:r>
          <a:r>
            <a:rPr lang="en-US" sz="2300" kern="1200" dirty="0"/>
            <a:t> </a:t>
          </a:r>
          <a:r>
            <a:rPr lang="en-US" sz="2300" kern="1200" dirty="0" err="1"/>
            <a:t>và</a:t>
          </a:r>
          <a:r>
            <a:rPr lang="en-US" sz="2300" kern="1200" dirty="0"/>
            <a:t> </a:t>
          </a:r>
          <a:r>
            <a:rPr lang="en-US" sz="2300" kern="1200" dirty="0" err="1"/>
            <a:t>xem</a:t>
          </a:r>
          <a:r>
            <a:rPr lang="en-US" sz="2300" kern="1200" dirty="0"/>
            <a:t> </a:t>
          </a:r>
          <a:r>
            <a:rPr lang="en-US" sz="2300" kern="1200" dirty="0" err="1"/>
            <a:t>hồ</a:t>
          </a:r>
          <a:r>
            <a:rPr lang="en-US" sz="2300" kern="1200" dirty="0"/>
            <a:t> </a:t>
          </a:r>
          <a:r>
            <a:rPr lang="en-US" sz="2300" kern="1200" dirty="0" err="1"/>
            <a:t>sơ</a:t>
          </a:r>
          <a:r>
            <a:rPr lang="en-US" sz="2300" kern="1200" dirty="0"/>
            <a:t> </a:t>
          </a:r>
          <a:r>
            <a:rPr lang="en-US" sz="2300" kern="1200" dirty="0" err="1"/>
            <a:t>ứng</a:t>
          </a:r>
          <a:r>
            <a:rPr lang="en-US" sz="2300" kern="1200" dirty="0"/>
            <a:t> </a:t>
          </a:r>
          <a:r>
            <a:rPr lang="en-US" sz="2300" kern="1200" dirty="0" err="1"/>
            <a:t>tuyển</a:t>
          </a:r>
          <a:r>
            <a:rPr lang="en-US" sz="2300" kern="1200" dirty="0"/>
            <a:t> </a:t>
          </a:r>
          <a:r>
            <a:rPr lang="en-US" sz="2300" kern="1200" dirty="0" err="1"/>
            <a:t>của</a:t>
          </a:r>
          <a:r>
            <a:rPr lang="en-US" sz="2300" kern="1200" dirty="0"/>
            <a:t> </a:t>
          </a:r>
          <a:r>
            <a:rPr lang="en-US" sz="2300" kern="1200" dirty="0" err="1"/>
            <a:t>ứng</a:t>
          </a:r>
          <a:r>
            <a:rPr lang="en-US" sz="2300" kern="1200" dirty="0"/>
            <a:t> </a:t>
          </a:r>
          <a:r>
            <a:rPr lang="en-US" sz="2300" kern="1200" dirty="0" err="1"/>
            <a:t>viên</a:t>
          </a:r>
          <a:r>
            <a:rPr lang="en-US" sz="2300" kern="1200" dirty="0"/>
            <a:t> </a:t>
          </a:r>
          <a:r>
            <a:rPr lang="en-US" sz="2300" kern="1200" dirty="0" err="1"/>
            <a:t>dễ</a:t>
          </a:r>
          <a:r>
            <a:rPr lang="en-US" sz="2300" kern="1200" dirty="0"/>
            <a:t> </a:t>
          </a:r>
          <a:r>
            <a:rPr lang="en-US" sz="2300" kern="1200" dirty="0" err="1"/>
            <a:t>dàng</a:t>
          </a:r>
          <a:r>
            <a:rPr lang="en-US" sz="2300" kern="1200" dirty="0"/>
            <a:t>.</a:t>
          </a:r>
        </a:p>
        <a:p>
          <a:pPr marL="228600" lvl="1" indent="-228600" algn="l" defTabSz="1022350">
            <a:lnSpc>
              <a:spcPct val="90000"/>
            </a:lnSpc>
            <a:spcBef>
              <a:spcPct val="0"/>
            </a:spcBef>
            <a:spcAft>
              <a:spcPct val="15000"/>
            </a:spcAft>
            <a:buChar char="•"/>
          </a:pPr>
          <a:r>
            <a:rPr lang="en-US" sz="2300" kern="1200" dirty="0" err="1"/>
            <a:t>Giúp</a:t>
          </a:r>
          <a:r>
            <a:rPr lang="en-US" sz="2300" kern="1200" dirty="0"/>
            <a:t> </a:t>
          </a:r>
          <a:r>
            <a:rPr lang="en-US" sz="2300" kern="1200" dirty="0" err="1"/>
            <a:t>quản</a:t>
          </a:r>
          <a:r>
            <a:rPr lang="en-US" sz="2300" kern="1200" dirty="0"/>
            <a:t> </a:t>
          </a:r>
          <a:r>
            <a:rPr lang="en-US" sz="2300" kern="1200" dirty="0" err="1"/>
            <a:t>trị</a:t>
          </a:r>
          <a:r>
            <a:rPr lang="en-US" sz="2300" kern="1200" dirty="0"/>
            <a:t> </a:t>
          </a:r>
          <a:r>
            <a:rPr lang="en-US" sz="2300" kern="1200" dirty="0" err="1"/>
            <a:t>viên</a:t>
          </a:r>
          <a:r>
            <a:rPr lang="en-US" sz="2300" kern="1200" dirty="0"/>
            <a:t> </a:t>
          </a:r>
          <a:r>
            <a:rPr lang="en-US" sz="2300" kern="1200" dirty="0" err="1"/>
            <a:t>quản</a:t>
          </a:r>
          <a:r>
            <a:rPr lang="en-US" sz="2300" kern="1200" dirty="0"/>
            <a:t> </a:t>
          </a:r>
          <a:r>
            <a:rPr lang="en-US" sz="2300" kern="1200" dirty="0" err="1"/>
            <a:t>lý</a:t>
          </a:r>
          <a:r>
            <a:rPr lang="en-US" sz="2300" kern="1200" dirty="0"/>
            <a:t> </a:t>
          </a:r>
          <a:r>
            <a:rPr lang="en-US" sz="2300" kern="1200" dirty="0" err="1"/>
            <a:t>người</a:t>
          </a:r>
          <a:r>
            <a:rPr lang="en-US" sz="2300" kern="1200" dirty="0"/>
            <a:t> dung, tin </a:t>
          </a:r>
          <a:r>
            <a:rPr lang="en-US" sz="2300" kern="1200" dirty="0" err="1"/>
            <a:t>tuyển</a:t>
          </a:r>
          <a:r>
            <a:rPr lang="en-US" sz="2300" kern="1200" dirty="0"/>
            <a:t> </a:t>
          </a:r>
          <a:r>
            <a:rPr lang="en-US" sz="2300" kern="1200" dirty="0" err="1"/>
            <a:t>dụng</a:t>
          </a:r>
          <a:r>
            <a:rPr lang="en-US" sz="2300" kern="1200" dirty="0"/>
            <a:t>,… </a:t>
          </a:r>
          <a:r>
            <a:rPr lang="en-US" sz="2300" kern="1200" dirty="0" err="1"/>
            <a:t>dễ</a:t>
          </a:r>
          <a:r>
            <a:rPr lang="en-US" sz="2300" kern="1200" dirty="0"/>
            <a:t> </a:t>
          </a:r>
          <a:r>
            <a:rPr lang="en-US" sz="2300" kern="1200" dirty="0" err="1"/>
            <a:t>dàng</a:t>
          </a:r>
          <a:r>
            <a:rPr lang="en-US" sz="2300" kern="1200" dirty="0"/>
            <a:t>.</a:t>
          </a:r>
        </a:p>
      </dsp:txBody>
      <dsp:txXfrm>
        <a:off x="0" y="932711"/>
        <a:ext cx="8555378" cy="24290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817AA1-FF9D-4FA1-A709-0B2AA99C9060}">
      <dsp:nvSpPr>
        <dsp:cNvPr id="0" name=""/>
        <dsp:cNvSpPr/>
      </dsp:nvSpPr>
      <dsp:spPr>
        <a:xfrm rot="16200000">
          <a:off x="-91473" y="392459"/>
          <a:ext cx="2905419" cy="2710448"/>
        </a:xfrm>
        <a:prstGeom prst="flowChartManualOperation">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0" rIns="114300" bIns="0" numCol="1" spcCol="1270" anchor="t" anchorCtr="0">
          <a:noAutofit/>
        </a:bodyPr>
        <a:lstStyle/>
        <a:p>
          <a:pPr marL="0" lvl="0" indent="0" algn="l" defTabSz="800100">
            <a:lnSpc>
              <a:spcPct val="90000"/>
            </a:lnSpc>
            <a:spcBef>
              <a:spcPct val="0"/>
            </a:spcBef>
            <a:spcAft>
              <a:spcPct val="35000"/>
            </a:spcAft>
            <a:buNone/>
          </a:pPr>
          <a:r>
            <a:rPr lang="vi-VN" sz="1800" kern="1200" dirty="0">
              <a:latin typeface="+mn-lt"/>
            </a:rPr>
            <a:t>Đối với ứng viên:</a:t>
          </a:r>
          <a:endParaRPr lang="en-US" sz="1800" kern="1200" dirty="0">
            <a:latin typeface="+mn-lt"/>
          </a:endParaRPr>
        </a:p>
        <a:p>
          <a:pPr marL="171450" lvl="1" indent="-171450" algn="l" defTabSz="711200">
            <a:lnSpc>
              <a:spcPct val="90000"/>
            </a:lnSpc>
            <a:spcBef>
              <a:spcPct val="0"/>
            </a:spcBef>
            <a:spcAft>
              <a:spcPct val="15000"/>
            </a:spcAft>
            <a:buNone/>
          </a:pPr>
          <a:r>
            <a:rPr lang="vi-VN" sz="1600" kern="1200" dirty="0">
              <a:latin typeface="+mn-lt"/>
            </a:rPr>
            <a:t>Dễ dàng tìm kiếm việc làm, nộp CV, theo dõi trạng thái đơn ứng tuyển, xem và cập nhật thông tin tài khoản.</a:t>
          </a:r>
          <a:endParaRPr lang="en-US" sz="1600" kern="1200" dirty="0">
            <a:latin typeface="+mn-lt"/>
          </a:endParaRPr>
        </a:p>
      </dsp:txBody>
      <dsp:txXfrm rot="5400000">
        <a:off x="6013" y="876057"/>
        <a:ext cx="2710448" cy="1743251"/>
      </dsp:txXfrm>
    </dsp:sp>
    <dsp:sp modelId="{E2DA3A5D-33D4-4FB9-8DF2-D3C74DD0144A}">
      <dsp:nvSpPr>
        <dsp:cNvPr id="0" name=""/>
        <dsp:cNvSpPr/>
      </dsp:nvSpPr>
      <dsp:spPr>
        <a:xfrm rot="16200000">
          <a:off x="2629138" y="392459"/>
          <a:ext cx="2905419" cy="2710448"/>
        </a:xfrm>
        <a:prstGeom prst="flowChartManualOperation">
          <a:avLst/>
        </a:prstGeom>
        <a:solidFill>
          <a:schemeClr val="accent1">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0" rIns="114300" bIns="0" numCol="1" spcCol="1270" anchor="t" anchorCtr="0">
          <a:noAutofit/>
        </a:bodyPr>
        <a:lstStyle/>
        <a:p>
          <a:pPr marL="0" lvl="0" indent="0" algn="l" defTabSz="800100">
            <a:lnSpc>
              <a:spcPct val="90000"/>
            </a:lnSpc>
            <a:spcBef>
              <a:spcPct val="0"/>
            </a:spcBef>
            <a:spcAft>
              <a:spcPct val="35000"/>
            </a:spcAft>
            <a:buNone/>
          </a:pPr>
          <a:r>
            <a:rPr lang="en-US" sz="1800" kern="1200" dirty="0" err="1">
              <a:latin typeface="+mn-lt"/>
            </a:rPr>
            <a:t>Đối</a:t>
          </a:r>
          <a:r>
            <a:rPr lang="en-US" sz="1800" kern="1200" dirty="0">
              <a:latin typeface="+mn-lt"/>
            </a:rPr>
            <a:t> </a:t>
          </a:r>
          <a:r>
            <a:rPr lang="en-US" sz="1800" kern="1200" dirty="0" err="1">
              <a:latin typeface="+mn-lt"/>
            </a:rPr>
            <a:t>với</a:t>
          </a:r>
          <a:r>
            <a:rPr lang="en-US" sz="1800" kern="1200" dirty="0">
              <a:latin typeface="+mn-lt"/>
            </a:rPr>
            <a:t> </a:t>
          </a:r>
          <a:r>
            <a:rPr lang="en-US" sz="1800" kern="1200" dirty="0" err="1">
              <a:latin typeface="+mn-lt"/>
            </a:rPr>
            <a:t>nhà</a:t>
          </a:r>
          <a:r>
            <a:rPr lang="en-US" sz="1800" kern="1200" dirty="0">
              <a:latin typeface="+mn-lt"/>
            </a:rPr>
            <a:t> </a:t>
          </a:r>
          <a:r>
            <a:rPr lang="en-US" sz="1800" kern="1200" dirty="0" err="1">
              <a:latin typeface="+mn-lt"/>
            </a:rPr>
            <a:t>tuyển</a:t>
          </a:r>
          <a:r>
            <a:rPr lang="en-US" sz="1800" kern="1200" dirty="0">
              <a:latin typeface="+mn-lt"/>
            </a:rPr>
            <a:t> </a:t>
          </a:r>
          <a:r>
            <a:rPr lang="en-US" sz="1800" kern="1200" dirty="0" err="1">
              <a:latin typeface="+mn-lt"/>
            </a:rPr>
            <a:t>dụng</a:t>
          </a:r>
          <a:r>
            <a:rPr lang="en-US" sz="1800" kern="1200" dirty="0">
              <a:latin typeface="+mn-lt"/>
            </a:rPr>
            <a:t>:</a:t>
          </a:r>
        </a:p>
        <a:p>
          <a:pPr marL="171450" lvl="1" indent="-171450" algn="l" defTabSz="711200">
            <a:lnSpc>
              <a:spcPct val="90000"/>
            </a:lnSpc>
            <a:spcBef>
              <a:spcPct val="0"/>
            </a:spcBef>
            <a:spcAft>
              <a:spcPct val="15000"/>
            </a:spcAft>
            <a:buNone/>
          </a:pPr>
          <a:r>
            <a:rPr lang="en-US" sz="1600" kern="1200" dirty="0" err="1">
              <a:latin typeface="+mn-lt"/>
            </a:rPr>
            <a:t>Đăng</a:t>
          </a:r>
          <a:r>
            <a:rPr lang="en-US" sz="1600" kern="1200" dirty="0">
              <a:latin typeface="+mn-lt"/>
            </a:rPr>
            <a:t> tin </a:t>
          </a:r>
          <a:r>
            <a:rPr lang="en-US" sz="1600" kern="1200" dirty="0" err="1">
              <a:latin typeface="+mn-lt"/>
            </a:rPr>
            <a:t>tuyển</a:t>
          </a:r>
          <a:r>
            <a:rPr lang="en-US" sz="1600" kern="1200" dirty="0">
              <a:latin typeface="+mn-lt"/>
            </a:rPr>
            <a:t> </a:t>
          </a:r>
          <a:r>
            <a:rPr lang="en-US" sz="1600" kern="1200" dirty="0" err="1">
              <a:latin typeface="+mn-lt"/>
            </a:rPr>
            <a:t>dụng</a:t>
          </a:r>
          <a:r>
            <a:rPr lang="en-US" sz="1600" kern="1200" dirty="0">
              <a:latin typeface="+mn-lt"/>
            </a:rPr>
            <a:t> </a:t>
          </a:r>
          <a:r>
            <a:rPr lang="en-US" sz="1600" kern="1200" dirty="0" err="1">
              <a:latin typeface="+mn-lt"/>
            </a:rPr>
            <a:t>nhanh</a:t>
          </a:r>
          <a:r>
            <a:rPr lang="en-US" sz="1600" kern="1200" dirty="0">
              <a:latin typeface="+mn-lt"/>
            </a:rPr>
            <a:t> </a:t>
          </a:r>
          <a:r>
            <a:rPr lang="en-US" sz="1600" kern="1200" dirty="0" err="1">
              <a:latin typeface="+mn-lt"/>
            </a:rPr>
            <a:t>chóng</a:t>
          </a:r>
          <a:r>
            <a:rPr lang="en-US" sz="1600" kern="1200" dirty="0">
              <a:latin typeface="+mn-lt"/>
            </a:rPr>
            <a:t>, </a:t>
          </a:r>
          <a:r>
            <a:rPr lang="en-US" sz="1600" kern="1200" dirty="0" err="1">
              <a:latin typeface="+mn-lt"/>
            </a:rPr>
            <a:t>quản</a:t>
          </a:r>
          <a:r>
            <a:rPr lang="en-US" sz="1600" kern="1200" dirty="0">
              <a:latin typeface="+mn-lt"/>
            </a:rPr>
            <a:t> </a:t>
          </a:r>
          <a:r>
            <a:rPr lang="en-US" sz="1600" kern="1200" dirty="0" err="1">
              <a:latin typeface="+mn-lt"/>
            </a:rPr>
            <a:t>lý</a:t>
          </a:r>
          <a:r>
            <a:rPr lang="en-US" sz="1600" kern="1200" dirty="0">
              <a:latin typeface="+mn-lt"/>
            </a:rPr>
            <a:t> tin </a:t>
          </a:r>
          <a:r>
            <a:rPr lang="en-US" sz="1600" kern="1200" dirty="0" err="1">
              <a:latin typeface="+mn-lt"/>
            </a:rPr>
            <a:t>tuyển</a:t>
          </a:r>
          <a:r>
            <a:rPr lang="en-US" sz="1600" kern="1200" dirty="0">
              <a:latin typeface="+mn-lt"/>
            </a:rPr>
            <a:t> </a:t>
          </a:r>
          <a:r>
            <a:rPr lang="en-US" sz="1600" kern="1200" dirty="0" err="1">
              <a:latin typeface="+mn-lt"/>
            </a:rPr>
            <a:t>dụng</a:t>
          </a:r>
          <a:r>
            <a:rPr lang="en-US" sz="1600" kern="1200" dirty="0">
              <a:latin typeface="+mn-lt"/>
            </a:rPr>
            <a:t>, </a:t>
          </a:r>
          <a:r>
            <a:rPr lang="en-US" sz="1600" kern="1200" dirty="0" err="1">
              <a:latin typeface="+mn-lt"/>
            </a:rPr>
            <a:t>xem</a:t>
          </a:r>
          <a:r>
            <a:rPr lang="en-US" sz="1600" kern="1200" dirty="0">
              <a:latin typeface="+mn-lt"/>
            </a:rPr>
            <a:t> </a:t>
          </a:r>
          <a:r>
            <a:rPr lang="en-US" sz="1600" kern="1200" dirty="0" err="1">
              <a:latin typeface="+mn-lt"/>
            </a:rPr>
            <a:t>danh</a:t>
          </a:r>
          <a:r>
            <a:rPr lang="en-US" sz="1600" kern="1200" dirty="0">
              <a:latin typeface="+mn-lt"/>
            </a:rPr>
            <a:t> </a:t>
          </a:r>
          <a:r>
            <a:rPr lang="en-US" sz="1600" kern="1200" dirty="0" err="1">
              <a:latin typeface="+mn-lt"/>
            </a:rPr>
            <a:t>sách</a:t>
          </a:r>
          <a:r>
            <a:rPr lang="en-US" sz="1600" kern="1200" dirty="0">
              <a:latin typeface="+mn-lt"/>
            </a:rPr>
            <a:t> </a:t>
          </a:r>
          <a:r>
            <a:rPr lang="en-US" sz="1600" kern="1200" dirty="0" err="1">
              <a:latin typeface="+mn-lt"/>
            </a:rPr>
            <a:t>ứng</a:t>
          </a:r>
          <a:r>
            <a:rPr lang="en-US" sz="1600" kern="1200" dirty="0">
              <a:latin typeface="+mn-lt"/>
            </a:rPr>
            <a:t> </a:t>
          </a:r>
          <a:r>
            <a:rPr lang="en-US" sz="1600" kern="1200" dirty="0" err="1">
              <a:latin typeface="+mn-lt"/>
            </a:rPr>
            <a:t>viên</a:t>
          </a:r>
          <a:r>
            <a:rPr lang="en-US" sz="1600" kern="1200" dirty="0">
              <a:latin typeface="+mn-lt"/>
            </a:rPr>
            <a:t>, </a:t>
          </a:r>
          <a:r>
            <a:rPr lang="en-US" sz="1600" kern="1200" dirty="0" err="1">
              <a:latin typeface="+mn-lt"/>
            </a:rPr>
            <a:t>cập</a:t>
          </a:r>
          <a:r>
            <a:rPr lang="en-US" sz="1600" kern="1200" dirty="0">
              <a:latin typeface="+mn-lt"/>
            </a:rPr>
            <a:t> </a:t>
          </a:r>
          <a:r>
            <a:rPr lang="en-US" sz="1600" kern="1200" dirty="0" err="1">
              <a:latin typeface="+mn-lt"/>
            </a:rPr>
            <a:t>nhật</a:t>
          </a:r>
          <a:r>
            <a:rPr lang="en-US" sz="1600" kern="1200" dirty="0">
              <a:latin typeface="+mn-lt"/>
            </a:rPr>
            <a:t> </a:t>
          </a:r>
          <a:r>
            <a:rPr lang="en-US" sz="1600" kern="1200" dirty="0" err="1">
              <a:latin typeface="+mn-lt"/>
            </a:rPr>
            <a:t>trạng</a:t>
          </a:r>
          <a:r>
            <a:rPr lang="en-US" sz="1600" kern="1200" dirty="0">
              <a:latin typeface="+mn-lt"/>
            </a:rPr>
            <a:t> </a:t>
          </a:r>
          <a:r>
            <a:rPr lang="en-US" sz="1600" kern="1200" dirty="0" err="1">
              <a:latin typeface="+mn-lt"/>
            </a:rPr>
            <a:t>thái</a:t>
          </a:r>
          <a:r>
            <a:rPr lang="en-US" sz="1600" kern="1200" dirty="0">
              <a:latin typeface="+mn-lt"/>
            </a:rPr>
            <a:t> </a:t>
          </a:r>
          <a:r>
            <a:rPr lang="en-US" sz="1600" kern="1200" dirty="0" err="1">
              <a:latin typeface="+mn-lt"/>
            </a:rPr>
            <a:t>ứng</a:t>
          </a:r>
          <a:r>
            <a:rPr lang="en-US" sz="1600" kern="1200" dirty="0">
              <a:latin typeface="+mn-lt"/>
            </a:rPr>
            <a:t> </a:t>
          </a:r>
          <a:r>
            <a:rPr lang="en-US" sz="1600" kern="1200" dirty="0" err="1">
              <a:latin typeface="+mn-lt"/>
            </a:rPr>
            <a:t>viên</a:t>
          </a:r>
          <a:r>
            <a:rPr lang="en-US" sz="1600" kern="1200" dirty="0">
              <a:latin typeface="+mn-lt"/>
            </a:rPr>
            <a:t>, </a:t>
          </a:r>
          <a:r>
            <a:rPr lang="en-US" sz="1600" kern="1200" dirty="0" err="1">
              <a:latin typeface="+mn-lt"/>
            </a:rPr>
            <a:t>xem</a:t>
          </a:r>
          <a:r>
            <a:rPr lang="en-US" sz="1600" kern="1200" dirty="0">
              <a:latin typeface="+mn-lt"/>
            </a:rPr>
            <a:t> </a:t>
          </a:r>
          <a:r>
            <a:rPr lang="en-US" sz="1600" kern="1200" dirty="0" err="1">
              <a:latin typeface="+mn-lt"/>
            </a:rPr>
            <a:t>và</a:t>
          </a:r>
          <a:r>
            <a:rPr lang="en-US" sz="1600" kern="1200" dirty="0">
              <a:latin typeface="+mn-lt"/>
            </a:rPr>
            <a:t> </a:t>
          </a:r>
          <a:r>
            <a:rPr lang="en-US" sz="1600" kern="1200" dirty="0" err="1">
              <a:latin typeface="+mn-lt"/>
            </a:rPr>
            <a:t>cập</a:t>
          </a:r>
          <a:r>
            <a:rPr lang="en-US" sz="1600" kern="1200" dirty="0">
              <a:latin typeface="+mn-lt"/>
            </a:rPr>
            <a:t> </a:t>
          </a:r>
          <a:r>
            <a:rPr lang="en-US" sz="1600" kern="1200" dirty="0" err="1">
              <a:latin typeface="+mn-lt"/>
            </a:rPr>
            <a:t>nhật</a:t>
          </a:r>
          <a:r>
            <a:rPr lang="en-US" sz="1600" kern="1200" dirty="0">
              <a:latin typeface="+mn-lt"/>
            </a:rPr>
            <a:t> </a:t>
          </a:r>
          <a:r>
            <a:rPr lang="en-US" sz="1600" kern="1200" dirty="0" err="1">
              <a:latin typeface="+mn-lt"/>
            </a:rPr>
            <a:t>thông</a:t>
          </a:r>
          <a:r>
            <a:rPr lang="en-US" sz="1600" kern="1200" dirty="0">
              <a:latin typeface="+mn-lt"/>
            </a:rPr>
            <a:t> tin </a:t>
          </a:r>
          <a:r>
            <a:rPr lang="en-US" sz="1600" kern="1200" dirty="0" err="1">
              <a:latin typeface="+mn-lt"/>
            </a:rPr>
            <a:t>tài</a:t>
          </a:r>
          <a:r>
            <a:rPr lang="en-US" sz="1600" kern="1200" dirty="0">
              <a:latin typeface="+mn-lt"/>
            </a:rPr>
            <a:t> </a:t>
          </a:r>
          <a:r>
            <a:rPr lang="en-US" sz="1600" kern="1200" dirty="0" err="1">
              <a:latin typeface="+mn-lt"/>
            </a:rPr>
            <a:t>khoản</a:t>
          </a:r>
          <a:r>
            <a:rPr lang="en-US" sz="1600" kern="1200" dirty="0">
              <a:latin typeface="+mn-lt"/>
            </a:rPr>
            <a:t>.</a:t>
          </a:r>
        </a:p>
      </dsp:txBody>
      <dsp:txXfrm rot="5400000">
        <a:off x="2726624" y="876057"/>
        <a:ext cx="2710448" cy="1743251"/>
      </dsp:txXfrm>
    </dsp:sp>
    <dsp:sp modelId="{7762EE70-EDC5-465E-860C-CB752C216C8F}">
      <dsp:nvSpPr>
        <dsp:cNvPr id="0" name=""/>
        <dsp:cNvSpPr/>
      </dsp:nvSpPr>
      <dsp:spPr>
        <a:xfrm rot="16200000">
          <a:off x="5349751" y="392459"/>
          <a:ext cx="2905419" cy="2710448"/>
        </a:xfrm>
        <a:prstGeom prst="flowChartManualOperation">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0" rIns="114300" bIns="0" numCol="1" spcCol="1270" anchor="t" anchorCtr="0">
          <a:noAutofit/>
        </a:bodyPr>
        <a:lstStyle/>
        <a:p>
          <a:pPr marL="0" lvl="0" indent="0" algn="l" defTabSz="800100">
            <a:lnSpc>
              <a:spcPct val="90000"/>
            </a:lnSpc>
            <a:spcBef>
              <a:spcPct val="0"/>
            </a:spcBef>
            <a:spcAft>
              <a:spcPct val="35000"/>
            </a:spcAft>
            <a:buNone/>
          </a:pPr>
          <a:r>
            <a:rPr lang="vi-VN" sz="1800" kern="1200" dirty="0">
              <a:latin typeface="+mn-lt"/>
            </a:rPr>
            <a:t>Đối với quản trị viên:</a:t>
          </a:r>
          <a:endParaRPr lang="en-US" sz="1800" kern="1200" dirty="0">
            <a:latin typeface="+mn-lt"/>
          </a:endParaRPr>
        </a:p>
        <a:p>
          <a:pPr marL="171450" lvl="1" indent="-171450" algn="l" defTabSz="711200">
            <a:lnSpc>
              <a:spcPct val="90000"/>
            </a:lnSpc>
            <a:spcBef>
              <a:spcPct val="0"/>
            </a:spcBef>
            <a:spcAft>
              <a:spcPct val="15000"/>
            </a:spcAft>
            <a:buNone/>
          </a:pPr>
          <a:r>
            <a:rPr lang="vi-VN" sz="1600" kern="1200" dirty="0">
              <a:latin typeface="+mn-lt"/>
            </a:rPr>
            <a:t>Quản lý người dùng, yêu cầu xác minh nhà tuyển dụng, tin tuyển dụng, đơn ứng tuyển, thống kê dữ liệu và danh mục hệ thống.</a:t>
          </a:r>
          <a:endParaRPr lang="en-US" sz="1600" kern="1200" dirty="0">
            <a:latin typeface="+mn-lt"/>
          </a:endParaRPr>
        </a:p>
      </dsp:txBody>
      <dsp:txXfrm rot="5400000">
        <a:off x="5447237" y="876057"/>
        <a:ext cx="2710448" cy="1743251"/>
      </dsp:txXfrm>
    </dsp:sp>
    <dsp:sp modelId="{41157816-2DB0-4732-B643-7453AB532C23}">
      <dsp:nvSpPr>
        <dsp:cNvPr id="0" name=""/>
        <dsp:cNvSpPr/>
      </dsp:nvSpPr>
      <dsp:spPr>
        <a:xfrm rot="16200000">
          <a:off x="8070363" y="392459"/>
          <a:ext cx="2905419" cy="2710448"/>
        </a:xfrm>
        <a:prstGeom prst="flowChartManualOperation">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0" rIns="114300" bIns="0" numCol="1" spcCol="1270" anchor="t" anchorCtr="0">
          <a:noAutofit/>
        </a:bodyPr>
        <a:lstStyle/>
        <a:p>
          <a:pPr marL="0" lvl="0" indent="0" algn="l" defTabSz="800100">
            <a:lnSpc>
              <a:spcPct val="90000"/>
            </a:lnSpc>
            <a:spcBef>
              <a:spcPct val="0"/>
            </a:spcBef>
            <a:spcAft>
              <a:spcPct val="35000"/>
            </a:spcAft>
            <a:buNone/>
          </a:pPr>
          <a:r>
            <a:rPr lang="en-US" sz="1800" kern="1200" dirty="0" err="1">
              <a:latin typeface="+mn-lt"/>
            </a:rPr>
            <a:t>Tính</a:t>
          </a:r>
          <a:r>
            <a:rPr lang="en-US" sz="1800" kern="1200" dirty="0">
              <a:latin typeface="+mn-lt"/>
            </a:rPr>
            <a:t> </a:t>
          </a:r>
          <a:r>
            <a:rPr lang="en-US" sz="1800" kern="1200" dirty="0" err="1">
              <a:latin typeface="+mn-lt"/>
            </a:rPr>
            <a:t>năng</a:t>
          </a:r>
          <a:r>
            <a:rPr lang="en-US" sz="1800" kern="1200" dirty="0">
              <a:latin typeface="+mn-lt"/>
            </a:rPr>
            <a:t> </a:t>
          </a:r>
          <a:r>
            <a:rPr lang="en-US" sz="1800" kern="1200" dirty="0" err="1">
              <a:latin typeface="+mn-lt"/>
            </a:rPr>
            <a:t>hỗ</a:t>
          </a:r>
          <a:r>
            <a:rPr lang="en-US" sz="1800" kern="1200" dirty="0">
              <a:latin typeface="+mn-lt"/>
            </a:rPr>
            <a:t> </a:t>
          </a:r>
          <a:r>
            <a:rPr lang="en-US" sz="1800" kern="1200" dirty="0" err="1">
              <a:latin typeface="+mn-lt"/>
            </a:rPr>
            <a:t>trợ</a:t>
          </a:r>
          <a:r>
            <a:rPr lang="en-US" sz="1800" kern="1200" dirty="0">
              <a:latin typeface="+mn-lt"/>
            </a:rPr>
            <a:t>:</a:t>
          </a:r>
        </a:p>
        <a:p>
          <a:pPr marL="171450" lvl="1" indent="-171450" algn="l" defTabSz="711200">
            <a:lnSpc>
              <a:spcPct val="90000"/>
            </a:lnSpc>
            <a:spcBef>
              <a:spcPct val="0"/>
            </a:spcBef>
            <a:spcAft>
              <a:spcPct val="15000"/>
            </a:spcAft>
            <a:buNone/>
          </a:pPr>
          <a:r>
            <a:rPr lang="en-US" sz="1600" kern="1200" dirty="0" err="1">
              <a:latin typeface="+mn-lt"/>
            </a:rPr>
            <a:t>Tích</a:t>
          </a:r>
          <a:r>
            <a:rPr lang="en-US" sz="1600" kern="1200" dirty="0">
              <a:latin typeface="+mn-lt"/>
            </a:rPr>
            <a:t> </a:t>
          </a:r>
          <a:r>
            <a:rPr lang="en-US" sz="1600" kern="1200" dirty="0" err="1">
              <a:latin typeface="+mn-lt"/>
            </a:rPr>
            <a:t>hợp</a:t>
          </a:r>
          <a:r>
            <a:rPr lang="en-US" sz="1600" kern="1200" dirty="0">
              <a:latin typeface="+mn-lt"/>
            </a:rPr>
            <a:t> bot chat </a:t>
          </a:r>
          <a:r>
            <a:rPr lang="en-US" sz="1600" kern="1200" dirty="0" err="1">
              <a:latin typeface="+mn-lt"/>
            </a:rPr>
            <a:t>hỗ</a:t>
          </a:r>
          <a:r>
            <a:rPr lang="en-US" sz="1600" kern="1200" dirty="0">
              <a:latin typeface="+mn-lt"/>
            </a:rPr>
            <a:t> </a:t>
          </a:r>
          <a:r>
            <a:rPr lang="en-US" sz="1600" kern="1200" dirty="0" err="1">
              <a:latin typeface="+mn-lt"/>
            </a:rPr>
            <a:t>trợ</a:t>
          </a:r>
          <a:r>
            <a:rPr lang="en-US" sz="1600" kern="1200" dirty="0">
              <a:latin typeface="+mn-lt"/>
            </a:rPr>
            <a:t> </a:t>
          </a:r>
          <a:r>
            <a:rPr lang="en-US" sz="1600" kern="1200" dirty="0" err="1">
              <a:latin typeface="+mn-lt"/>
            </a:rPr>
            <a:t>tìm</a:t>
          </a:r>
          <a:r>
            <a:rPr lang="en-US" sz="1600" kern="1200" dirty="0">
              <a:latin typeface="+mn-lt"/>
            </a:rPr>
            <a:t> </a:t>
          </a:r>
          <a:r>
            <a:rPr lang="en-US" sz="1600" kern="1200" dirty="0" err="1">
              <a:latin typeface="+mn-lt"/>
            </a:rPr>
            <a:t>việc</a:t>
          </a:r>
          <a:r>
            <a:rPr lang="en-US" sz="1600" kern="1200" dirty="0">
              <a:latin typeface="+mn-lt"/>
            </a:rPr>
            <a:t> </a:t>
          </a:r>
          <a:r>
            <a:rPr lang="en-US" sz="1600" kern="1200" dirty="0" err="1">
              <a:latin typeface="+mn-lt"/>
            </a:rPr>
            <a:t>làm</a:t>
          </a:r>
          <a:r>
            <a:rPr lang="en-US" sz="1600" kern="1200" dirty="0">
              <a:latin typeface="+mn-lt"/>
            </a:rPr>
            <a:t> </a:t>
          </a:r>
          <a:r>
            <a:rPr lang="en-US" sz="1600" kern="1200" dirty="0" err="1">
              <a:latin typeface="+mn-lt"/>
            </a:rPr>
            <a:t>nhanh</a:t>
          </a:r>
          <a:r>
            <a:rPr lang="en-US" sz="1600" kern="1200" dirty="0">
              <a:latin typeface="+mn-lt"/>
            </a:rPr>
            <a:t> </a:t>
          </a:r>
          <a:r>
            <a:rPr lang="en-US" sz="1600" kern="1200" dirty="0" err="1">
              <a:latin typeface="+mn-lt"/>
            </a:rPr>
            <a:t>chóng</a:t>
          </a:r>
          <a:r>
            <a:rPr lang="en-US" sz="1600" kern="1200" dirty="0">
              <a:latin typeface="+mn-lt"/>
            </a:rPr>
            <a:t> </a:t>
          </a:r>
          <a:r>
            <a:rPr lang="en-US" sz="1600" kern="1200" dirty="0" err="1">
              <a:latin typeface="+mn-lt"/>
            </a:rPr>
            <a:t>và</a:t>
          </a:r>
          <a:r>
            <a:rPr lang="en-US" sz="1600" kern="1200" dirty="0">
              <a:latin typeface="+mn-lt"/>
            </a:rPr>
            <a:t> </a:t>
          </a:r>
          <a:r>
            <a:rPr lang="en-US" sz="1600" kern="1200" dirty="0" err="1">
              <a:latin typeface="+mn-lt"/>
            </a:rPr>
            <a:t>dễ</a:t>
          </a:r>
          <a:r>
            <a:rPr lang="en-US" sz="1600" kern="1200" dirty="0">
              <a:latin typeface="+mn-lt"/>
            </a:rPr>
            <a:t> </a:t>
          </a:r>
          <a:r>
            <a:rPr lang="en-US" sz="1600" kern="1200" dirty="0" err="1">
              <a:latin typeface="+mn-lt"/>
            </a:rPr>
            <a:t>dàng</a:t>
          </a:r>
          <a:r>
            <a:rPr lang="en-US" sz="1600" kern="1200" dirty="0">
              <a:latin typeface="+mn-lt"/>
            </a:rPr>
            <a:t>.</a:t>
          </a:r>
        </a:p>
      </dsp:txBody>
      <dsp:txXfrm rot="5400000">
        <a:off x="8167849" y="876057"/>
        <a:ext cx="2710448" cy="174325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9D7923-46CD-4FF2-BAF0-E800AD5E48DE}">
      <dsp:nvSpPr>
        <dsp:cNvPr id="0" name=""/>
        <dsp:cNvSpPr/>
      </dsp:nvSpPr>
      <dsp:spPr>
        <a:xfrm>
          <a:off x="817751" y="0"/>
          <a:ext cx="9267849" cy="43513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B411E8-4FB3-498D-ABAB-7178CAF31A55}">
      <dsp:nvSpPr>
        <dsp:cNvPr id="0" name=""/>
        <dsp:cNvSpPr/>
      </dsp:nvSpPr>
      <dsp:spPr bwMode="white">
        <a:xfrm>
          <a:off x="369478" y="1305401"/>
          <a:ext cx="3271005" cy="174053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vi-VN" sz="1300" kern="1200" dirty="0"/>
            <a:t>Bối cảnh: Nhu cầu tìm việc làm nhanh chóng, hiệu quả và minh bạch của người lao động Việt Nam ngày càng cao trong bối cảnh thị trường lao động cạnh tranh và chuyển đổi số. </a:t>
          </a:r>
          <a:endParaRPr lang="en-US" sz="1300" kern="1200" dirty="0"/>
        </a:p>
      </dsp:txBody>
      <dsp:txXfrm>
        <a:off x="454444" y="1390367"/>
        <a:ext cx="3101073" cy="1570603"/>
      </dsp:txXfrm>
    </dsp:sp>
    <dsp:sp modelId="{2F48A531-A719-419D-BB60-8DA34F443A51}">
      <dsp:nvSpPr>
        <dsp:cNvPr id="0" name=""/>
        <dsp:cNvSpPr/>
      </dsp:nvSpPr>
      <dsp:spPr bwMode="white">
        <a:xfrm>
          <a:off x="3816173" y="1305401"/>
          <a:ext cx="3271005" cy="174053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vi-VN" sz="1300" kern="1200" dirty="0"/>
            <a:t>Vấn đề: </a:t>
          </a:r>
          <a:r>
            <a:rPr lang="en-US" sz="1300" kern="1200" dirty="0"/>
            <a:t>Các </a:t>
          </a:r>
          <a:r>
            <a:rPr lang="en-US" sz="1300" kern="1200" dirty="0" err="1"/>
            <a:t>nền</a:t>
          </a:r>
          <a:r>
            <a:rPr lang="en-US" sz="1300" kern="1200" dirty="0"/>
            <a:t> </a:t>
          </a:r>
          <a:r>
            <a:rPr lang="en-US" sz="1300" kern="1200" dirty="0" err="1"/>
            <a:t>tảng</a:t>
          </a:r>
          <a:r>
            <a:rPr lang="en-US" sz="1300" kern="1200" dirty="0"/>
            <a:t> </a:t>
          </a:r>
          <a:r>
            <a:rPr lang="en-US" sz="1300" kern="1200" dirty="0" err="1"/>
            <a:t>hiện</a:t>
          </a:r>
          <a:r>
            <a:rPr lang="en-US" sz="1300" kern="1200" dirty="0"/>
            <a:t> </a:t>
          </a:r>
          <a:r>
            <a:rPr lang="en-US" sz="1300" kern="1200" dirty="0" err="1"/>
            <a:t>tại</a:t>
          </a:r>
          <a:r>
            <a:rPr lang="en-US" sz="1300" kern="1200" dirty="0"/>
            <a:t> </a:t>
          </a:r>
          <a:r>
            <a:rPr lang="en-US" sz="1300" kern="1200" dirty="0" err="1"/>
            <a:t>hạn</a:t>
          </a:r>
          <a:r>
            <a:rPr lang="en-US" sz="1300" kern="1200" dirty="0"/>
            <a:t> </a:t>
          </a:r>
          <a:r>
            <a:rPr lang="en-US" sz="1300" kern="1200" dirty="0" err="1"/>
            <a:t>chế</a:t>
          </a:r>
          <a:r>
            <a:rPr lang="en-US" sz="1300" kern="1200" dirty="0"/>
            <a:t> </a:t>
          </a:r>
          <a:r>
            <a:rPr lang="en-US" sz="1300" kern="1200" dirty="0" err="1"/>
            <a:t>về</a:t>
          </a:r>
          <a:r>
            <a:rPr lang="en-US" sz="1300" kern="1200" dirty="0"/>
            <a:t> </a:t>
          </a:r>
          <a:r>
            <a:rPr lang="en-US" sz="1300" kern="1200" dirty="0" err="1"/>
            <a:t>cập</a:t>
          </a:r>
          <a:r>
            <a:rPr lang="en-US" sz="1300" kern="1200" dirty="0"/>
            <a:t> </a:t>
          </a:r>
          <a:r>
            <a:rPr lang="en-US" sz="1300" kern="1200" dirty="0" err="1"/>
            <a:t>nhật</a:t>
          </a:r>
          <a:r>
            <a:rPr lang="en-US" sz="1300" kern="1200" dirty="0"/>
            <a:t> </a:t>
          </a:r>
          <a:r>
            <a:rPr lang="en-US" sz="1300" kern="1200" dirty="0" err="1"/>
            <a:t>thông</a:t>
          </a:r>
          <a:r>
            <a:rPr lang="en-US" sz="1300" kern="1200" dirty="0"/>
            <a:t> tin, </a:t>
          </a:r>
          <a:r>
            <a:rPr lang="en-US" sz="1300" kern="1200" dirty="0" err="1"/>
            <a:t>minh</a:t>
          </a:r>
          <a:r>
            <a:rPr lang="en-US" sz="1300" kern="1200" dirty="0"/>
            <a:t> </a:t>
          </a:r>
          <a:r>
            <a:rPr lang="en-US" sz="1300" kern="1200" dirty="0" err="1"/>
            <a:t>bạch</a:t>
          </a:r>
          <a:r>
            <a:rPr lang="en-US" sz="1300" kern="1200" dirty="0"/>
            <a:t> </a:t>
          </a:r>
          <a:r>
            <a:rPr lang="en-US" sz="1300" kern="1200" dirty="0" err="1"/>
            <a:t>thấp</a:t>
          </a:r>
          <a:r>
            <a:rPr lang="en-US" sz="1300" kern="1200" dirty="0"/>
            <a:t>, </a:t>
          </a:r>
          <a:r>
            <a:rPr lang="en-US" sz="1300" kern="1200" dirty="0" err="1"/>
            <a:t>dễ</a:t>
          </a:r>
          <a:r>
            <a:rPr lang="en-US" sz="1300" kern="1200" dirty="0"/>
            <a:t> </a:t>
          </a:r>
          <a:r>
            <a:rPr lang="en-US" sz="1300" kern="1200" dirty="0" err="1"/>
            <a:t>có</a:t>
          </a:r>
          <a:r>
            <a:rPr lang="en-US" sz="1300" kern="1200" dirty="0"/>
            <a:t> tin </a:t>
          </a:r>
          <a:r>
            <a:rPr lang="en-US" sz="1300" kern="1200" dirty="0" err="1"/>
            <a:t>giả</a:t>
          </a:r>
          <a:r>
            <a:rPr lang="en-US" sz="1300" kern="1200" dirty="0"/>
            <a:t>, </a:t>
          </a:r>
          <a:r>
            <a:rPr lang="en-US" sz="1300" kern="1200" dirty="0" err="1"/>
            <a:t>quy</a:t>
          </a:r>
          <a:r>
            <a:rPr lang="en-US" sz="1300" kern="1200" dirty="0"/>
            <a:t> </a:t>
          </a:r>
          <a:r>
            <a:rPr lang="en-US" sz="1300" kern="1200" dirty="0" err="1"/>
            <a:t>trình</a:t>
          </a:r>
          <a:r>
            <a:rPr lang="en-US" sz="1300" kern="1200" dirty="0"/>
            <a:t> </a:t>
          </a:r>
          <a:r>
            <a:rPr lang="en-US" sz="1300" kern="1200" dirty="0" err="1"/>
            <a:t>ứng</a:t>
          </a:r>
          <a:r>
            <a:rPr lang="en-US" sz="1300" kern="1200" dirty="0"/>
            <a:t> </a:t>
          </a:r>
          <a:r>
            <a:rPr lang="en-US" sz="1300" kern="1200" dirty="0" err="1"/>
            <a:t>tuyển</a:t>
          </a:r>
          <a:r>
            <a:rPr lang="en-US" sz="1300" kern="1200" dirty="0"/>
            <a:t> </a:t>
          </a:r>
          <a:r>
            <a:rPr lang="en-US" sz="1300" kern="1200" dirty="0" err="1"/>
            <a:t>phức</a:t>
          </a:r>
          <a:r>
            <a:rPr lang="en-US" sz="1300" kern="1200" dirty="0"/>
            <a:t> </a:t>
          </a:r>
          <a:r>
            <a:rPr lang="en-US" sz="1300" kern="1200" dirty="0" err="1"/>
            <a:t>tạp</a:t>
          </a:r>
          <a:r>
            <a:rPr lang="en-US" sz="1300" kern="1200" dirty="0"/>
            <a:t>, </a:t>
          </a:r>
          <a:r>
            <a:rPr lang="en-US" sz="1300" kern="1200" dirty="0" err="1"/>
            <a:t>thiếu</a:t>
          </a:r>
          <a:r>
            <a:rPr lang="en-US" sz="1300" kern="1200" dirty="0"/>
            <a:t> </a:t>
          </a:r>
          <a:r>
            <a:rPr lang="en-US" sz="1300" kern="1200" dirty="0" err="1"/>
            <a:t>hỗ</a:t>
          </a:r>
          <a:r>
            <a:rPr lang="en-US" sz="1300" kern="1200" dirty="0"/>
            <a:t> </a:t>
          </a:r>
          <a:r>
            <a:rPr lang="en-US" sz="1300" kern="1200" dirty="0" err="1"/>
            <a:t>trợ</a:t>
          </a:r>
          <a:r>
            <a:rPr lang="en-US" sz="1300" kern="1200" dirty="0"/>
            <a:t> </a:t>
          </a:r>
          <a:r>
            <a:rPr lang="en-US" sz="1300" kern="1200" dirty="0" err="1"/>
            <a:t>quản</a:t>
          </a:r>
          <a:r>
            <a:rPr lang="en-US" sz="1300" kern="1200" dirty="0"/>
            <a:t> </a:t>
          </a:r>
          <a:r>
            <a:rPr lang="en-US" sz="1300" kern="1200" dirty="0" err="1"/>
            <a:t>lý</a:t>
          </a:r>
          <a:r>
            <a:rPr lang="en-US" sz="1300" kern="1200" dirty="0"/>
            <a:t> </a:t>
          </a:r>
          <a:r>
            <a:rPr lang="en-US" sz="1300" kern="1200" dirty="0" err="1"/>
            <a:t>hiệu</a:t>
          </a:r>
          <a:r>
            <a:rPr lang="en-US" sz="1300" kern="1200" dirty="0"/>
            <a:t> </a:t>
          </a:r>
          <a:r>
            <a:rPr lang="en-US" sz="1300" kern="1200" dirty="0" err="1"/>
            <a:t>quả</a:t>
          </a:r>
          <a:r>
            <a:rPr lang="en-US" sz="1300" kern="1200" dirty="0"/>
            <a:t> </a:t>
          </a:r>
          <a:r>
            <a:rPr lang="en-US" sz="1300" kern="1200" dirty="0" err="1"/>
            <a:t>cho</a:t>
          </a:r>
          <a:r>
            <a:rPr lang="en-US" sz="1300" kern="1200" dirty="0"/>
            <a:t> </a:t>
          </a:r>
          <a:r>
            <a:rPr lang="en-US" sz="1300" kern="1200" dirty="0" err="1"/>
            <a:t>ứng</a:t>
          </a:r>
          <a:r>
            <a:rPr lang="en-US" sz="1300" kern="1200" dirty="0"/>
            <a:t> </a:t>
          </a:r>
          <a:r>
            <a:rPr lang="en-US" sz="1300" kern="1200" dirty="0" err="1"/>
            <a:t>viên</a:t>
          </a:r>
          <a:r>
            <a:rPr lang="en-US" sz="1300" kern="1200" dirty="0"/>
            <a:t> </a:t>
          </a:r>
          <a:r>
            <a:rPr lang="en-US" sz="1300" kern="1200" dirty="0" err="1"/>
            <a:t>và</a:t>
          </a:r>
          <a:r>
            <a:rPr lang="en-US" sz="1300" kern="1200" dirty="0"/>
            <a:t> </a:t>
          </a:r>
          <a:r>
            <a:rPr lang="en-US" sz="1300" kern="1200" dirty="0" err="1"/>
            <a:t>nhà</a:t>
          </a:r>
          <a:r>
            <a:rPr lang="en-US" sz="1300" kern="1200" dirty="0"/>
            <a:t> </a:t>
          </a:r>
          <a:r>
            <a:rPr lang="en-US" sz="1300" kern="1200" dirty="0" err="1"/>
            <a:t>tuyển</a:t>
          </a:r>
          <a:r>
            <a:rPr lang="en-US" sz="1300" kern="1200" dirty="0"/>
            <a:t> </a:t>
          </a:r>
          <a:r>
            <a:rPr lang="en-US" sz="1300" kern="1200" dirty="0" err="1"/>
            <a:t>dụng</a:t>
          </a:r>
          <a:r>
            <a:rPr lang="en-US" sz="1300" kern="1200" dirty="0"/>
            <a:t>.</a:t>
          </a:r>
        </a:p>
      </dsp:txBody>
      <dsp:txXfrm>
        <a:off x="3901139" y="1390367"/>
        <a:ext cx="3101073" cy="1570603"/>
      </dsp:txXfrm>
    </dsp:sp>
    <dsp:sp modelId="{5C4B3525-FF6E-4C09-8996-747A585601BA}">
      <dsp:nvSpPr>
        <dsp:cNvPr id="0" name=""/>
        <dsp:cNvSpPr/>
      </dsp:nvSpPr>
      <dsp:spPr bwMode="white">
        <a:xfrm>
          <a:off x="7262867" y="1305401"/>
          <a:ext cx="3271005" cy="174053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vi-VN" sz="1300" kern="1200" dirty="0"/>
            <a:t>Mục tiêu:</a:t>
          </a:r>
          <a:r>
            <a:rPr lang="en-US" sz="1300" kern="1200" dirty="0"/>
            <a:t> </a:t>
          </a:r>
          <a:r>
            <a:rPr lang="vi-VN" sz="1300" kern="1200" dirty="0"/>
            <a:t>Xây dựng website tìm việc làm trực tuyến với các chức năng chính: tìm kiếm/ứng tuyển việc làm, quản lý hồ sơ ứng viên</a:t>
          </a:r>
          <a:r>
            <a:rPr lang="en-US" sz="1300" kern="1200" dirty="0"/>
            <a:t>,</a:t>
          </a:r>
          <a:r>
            <a:rPr lang="vi-VN" sz="1300" kern="1200" dirty="0"/>
            <a:t> đơn ứng tuyển, quản lý tin tuyển dụng</a:t>
          </a:r>
          <a:r>
            <a:rPr lang="en-US" sz="1300" kern="1200" dirty="0"/>
            <a:t>,</a:t>
          </a:r>
          <a:r>
            <a:rPr lang="vi-VN" sz="1300" kern="1200" dirty="0"/>
            <a:t> nhà tuyển dụng, quản lý danh mục hệ thống, vai trò người dùng, quản trị viên, thống kê dữ liệu và bot chat hỗ trợ.</a:t>
          </a:r>
          <a:endParaRPr lang="en-US" sz="1300" kern="1200" dirty="0"/>
        </a:p>
      </dsp:txBody>
      <dsp:txXfrm>
        <a:off x="7347833" y="1390367"/>
        <a:ext cx="3101073" cy="157060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847FDE-871E-4612-BBD4-34F3BF8C5397}">
      <dsp:nvSpPr>
        <dsp:cNvPr id="0" name=""/>
        <dsp:cNvSpPr/>
      </dsp:nvSpPr>
      <dsp:spPr>
        <a:xfrm rot="5400000">
          <a:off x="574601" y="718474"/>
          <a:ext cx="989632" cy="91494"/>
        </a:xfrm>
        <a:prstGeom prst="rect">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F73F7C9-A27F-456F-AD89-7C46230433F3}">
      <dsp:nvSpPr>
        <dsp:cNvPr id="0" name=""/>
        <dsp:cNvSpPr/>
      </dsp:nvSpPr>
      <dsp:spPr bwMode="white">
        <a:xfrm>
          <a:off x="127477" y="2278"/>
          <a:ext cx="2490579" cy="841641"/>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vi-VN" sz="1600" kern="1200" dirty="0"/>
            <a:t>Đăng ký tài khoản</a:t>
          </a:r>
          <a:endParaRPr lang="en-US" sz="1600" kern="1200" dirty="0"/>
        </a:p>
      </dsp:txBody>
      <dsp:txXfrm>
        <a:off x="152128" y="26929"/>
        <a:ext cx="2441277" cy="792339"/>
      </dsp:txXfrm>
    </dsp:sp>
    <dsp:sp modelId="{9EB3F751-7310-4EEB-8828-3A8D4E8F642E}">
      <dsp:nvSpPr>
        <dsp:cNvPr id="0" name=""/>
        <dsp:cNvSpPr/>
      </dsp:nvSpPr>
      <dsp:spPr>
        <a:xfrm rot="5400000">
          <a:off x="574601" y="1712606"/>
          <a:ext cx="989632" cy="91494"/>
        </a:xfrm>
        <a:prstGeom prst="rect">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A226091-2C2E-4E1C-8232-DDC3D0203F69}">
      <dsp:nvSpPr>
        <dsp:cNvPr id="0" name=""/>
        <dsp:cNvSpPr/>
      </dsp:nvSpPr>
      <dsp:spPr bwMode="white">
        <a:xfrm>
          <a:off x="127477" y="996409"/>
          <a:ext cx="2490579" cy="841641"/>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vi-VN" sz="1600" kern="1200" dirty="0"/>
            <a:t>Đăng nhập/đăng xuất</a:t>
          </a:r>
          <a:endParaRPr lang="en-US" sz="1600" kern="1200" dirty="0"/>
        </a:p>
      </dsp:txBody>
      <dsp:txXfrm>
        <a:off x="152128" y="1021060"/>
        <a:ext cx="2441277" cy="792339"/>
      </dsp:txXfrm>
    </dsp:sp>
    <dsp:sp modelId="{D93EBBC3-8453-404A-A165-2096908CB8BB}">
      <dsp:nvSpPr>
        <dsp:cNvPr id="0" name=""/>
        <dsp:cNvSpPr/>
      </dsp:nvSpPr>
      <dsp:spPr>
        <a:xfrm rot="5400000">
          <a:off x="574601" y="2706738"/>
          <a:ext cx="989632" cy="91494"/>
        </a:xfrm>
        <a:prstGeom prst="rect">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4C867C6-0609-41FD-AB7F-87018003BD24}">
      <dsp:nvSpPr>
        <dsp:cNvPr id="0" name=""/>
        <dsp:cNvSpPr/>
      </dsp:nvSpPr>
      <dsp:spPr bwMode="white">
        <a:xfrm>
          <a:off x="127477" y="1990541"/>
          <a:ext cx="2490579" cy="841641"/>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vi-VN" sz="1600" kern="1200" dirty="0"/>
            <a:t>Tìm kiếm việc làm</a:t>
          </a:r>
          <a:endParaRPr lang="en-US" sz="1600" kern="1200" dirty="0"/>
        </a:p>
      </dsp:txBody>
      <dsp:txXfrm>
        <a:off x="152128" y="2015192"/>
        <a:ext cx="2441277" cy="792339"/>
      </dsp:txXfrm>
    </dsp:sp>
    <dsp:sp modelId="{516715D4-72E3-43CB-9047-5F7049832AB1}">
      <dsp:nvSpPr>
        <dsp:cNvPr id="0" name=""/>
        <dsp:cNvSpPr/>
      </dsp:nvSpPr>
      <dsp:spPr>
        <a:xfrm rot="5400000">
          <a:off x="574601" y="3700869"/>
          <a:ext cx="989632" cy="91494"/>
        </a:xfrm>
        <a:prstGeom prst="rect">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7B1D6B7-66E6-43BD-A933-93F7636C0B31}">
      <dsp:nvSpPr>
        <dsp:cNvPr id="0" name=""/>
        <dsp:cNvSpPr/>
      </dsp:nvSpPr>
      <dsp:spPr bwMode="white">
        <a:xfrm>
          <a:off x="127477" y="2984672"/>
          <a:ext cx="2490579" cy="841641"/>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vi-VN" sz="1600" kern="1200" dirty="0"/>
            <a:t>Lọc việc làm nâng cao</a:t>
          </a:r>
          <a:endParaRPr lang="en-US" sz="1600" kern="1200" dirty="0"/>
        </a:p>
      </dsp:txBody>
      <dsp:txXfrm>
        <a:off x="152128" y="3009323"/>
        <a:ext cx="2441277" cy="792339"/>
      </dsp:txXfrm>
    </dsp:sp>
    <dsp:sp modelId="{46710311-299D-4F06-80E8-80AC432DC481}">
      <dsp:nvSpPr>
        <dsp:cNvPr id="0" name=""/>
        <dsp:cNvSpPr/>
      </dsp:nvSpPr>
      <dsp:spPr>
        <a:xfrm>
          <a:off x="1073411" y="4197935"/>
          <a:ext cx="2818069" cy="91494"/>
        </a:xfrm>
        <a:prstGeom prst="rect">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FBA9A2C-C2D7-41DA-AF56-1FB66A92E7D9}">
      <dsp:nvSpPr>
        <dsp:cNvPr id="0" name=""/>
        <dsp:cNvSpPr/>
      </dsp:nvSpPr>
      <dsp:spPr bwMode="white">
        <a:xfrm>
          <a:off x="127477" y="3978804"/>
          <a:ext cx="2490579" cy="841641"/>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vi-VN" sz="1600" kern="1200" dirty="0"/>
            <a:t>Xem chi tiết tin tuyển dụng</a:t>
          </a:r>
          <a:endParaRPr lang="en-US" sz="1600" kern="1200" dirty="0"/>
        </a:p>
      </dsp:txBody>
      <dsp:txXfrm>
        <a:off x="152128" y="4003455"/>
        <a:ext cx="2441277" cy="792339"/>
      </dsp:txXfrm>
    </dsp:sp>
    <dsp:sp modelId="{85C3C05C-8F79-4732-AE16-7E033AB44519}">
      <dsp:nvSpPr>
        <dsp:cNvPr id="0" name=""/>
        <dsp:cNvSpPr/>
      </dsp:nvSpPr>
      <dsp:spPr>
        <a:xfrm rot="16200000">
          <a:off x="3400659" y="3700869"/>
          <a:ext cx="989632" cy="91494"/>
        </a:xfrm>
        <a:prstGeom prst="rect">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AF249D8-1274-4587-AE66-DAB8CE8593A2}">
      <dsp:nvSpPr>
        <dsp:cNvPr id="0" name=""/>
        <dsp:cNvSpPr/>
      </dsp:nvSpPr>
      <dsp:spPr bwMode="white">
        <a:xfrm>
          <a:off x="2953535" y="3978804"/>
          <a:ext cx="2490579" cy="841641"/>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vi-VN" sz="1600" kern="1200" dirty="0"/>
            <a:t>Ứng tuyển việc làm</a:t>
          </a:r>
          <a:endParaRPr lang="en-US" sz="1600" kern="1200" dirty="0"/>
        </a:p>
      </dsp:txBody>
      <dsp:txXfrm>
        <a:off x="2978186" y="4003455"/>
        <a:ext cx="2441277" cy="792339"/>
      </dsp:txXfrm>
    </dsp:sp>
    <dsp:sp modelId="{8C9C2A87-29D1-423F-8B23-ACD62BCC88C7}">
      <dsp:nvSpPr>
        <dsp:cNvPr id="0" name=""/>
        <dsp:cNvSpPr/>
      </dsp:nvSpPr>
      <dsp:spPr>
        <a:xfrm rot="16200000">
          <a:off x="3400659" y="2706738"/>
          <a:ext cx="989632" cy="91494"/>
        </a:xfrm>
        <a:prstGeom prst="rect">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289242C-0227-4B3B-B7C8-3EA6C04ACA82}">
      <dsp:nvSpPr>
        <dsp:cNvPr id="0" name=""/>
        <dsp:cNvSpPr/>
      </dsp:nvSpPr>
      <dsp:spPr bwMode="white">
        <a:xfrm>
          <a:off x="2953535" y="2984672"/>
          <a:ext cx="2490579" cy="841641"/>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vi-VN" sz="1600" kern="1200" dirty="0"/>
            <a:t>Đăng tin tuyển dụng</a:t>
          </a:r>
          <a:endParaRPr lang="en-US" sz="1600" kern="1200" dirty="0"/>
        </a:p>
      </dsp:txBody>
      <dsp:txXfrm>
        <a:off x="2978186" y="3009323"/>
        <a:ext cx="2441277" cy="792339"/>
      </dsp:txXfrm>
    </dsp:sp>
    <dsp:sp modelId="{05172CF3-EA77-4094-8331-FA266F0B6F37}">
      <dsp:nvSpPr>
        <dsp:cNvPr id="0" name=""/>
        <dsp:cNvSpPr/>
      </dsp:nvSpPr>
      <dsp:spPr>
        <a:xfrm rot="16200000">
          <a:off x="3400659" y="1712606"/>
          <a:ext cx="989632" cy="91494"/>
        </a:xfrm>
        <a:prstGeom prst="rect">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28838C4-86DB-4BF9-8F70-235FC487DBDC}">
      <dsp:nvSpPr>
        <dsp:cNvPr id="0" name=""/>
        <dsp:cNvSpPr/>
      </dsp:nvSpPr>
      <dsp:spPr bwMode="white">
        <a:xfrm>
          <a:off x="2953535" y="1990541"/>
          <a:ext cx="2490579" cy="841641"/>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vi-VN" sz="1600" kern="1200" dirty="0"/>
            <a:t>Quản lý tin tuyển dụng</a:t>
          </a:r>
          <a:endParaRPr lang="en-US" sz="1600" kern="1200" dirty="0"/>
        </a:p>
      </dsp:txBody>
      <dsp:txXfrm>
        <a:off x="2978186" y="2015192"/>
        <a:ext cx="2441277" cy="792339"/>
      </dsp:txXfrm>
    </dsp:sp>
    <dsp:sp modelId="{E2337E73-B053-4811-A68E-AC92FF1F2479}">
      <dsp:nvSpPr>
        <dsp:cNvPr id="0" name=""/>
        <dsp:cNvSpPr/>
      </dsp:nvSpPr>
      <dsp:spPr>
        <a:xfrm rot="16200000">
          <a:off x="3400659" y="718474"/>
          <a:ext cx="989632" cy="91494"/>
        </a:xfrm>
        <a:prstGeom prst="rect">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2C2DF3B-AD60-43B8-9363-669DFCE36913}">
      <dsp:nvSpPr>
        <dsp:cNvPr id="0" name=""/>
        <dsp:cNvSpPr/>
      </dsp:nvSpPr>
      <dsp:spPr bwMode="white">
        <a:xfrm>
          <a:off x="2953535" y="996409"/>
          <a:ext cx="2490579" cy="841641"/>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vi-VN" sz="1600" kern="1200" dirty="0"/>
            <a:t>Quản lý đơn ứng tuyển</a:t>
          </a:r>
          <a:endParaRPr lang="en-US" sz="1600" kern="1200" dirty="0"/>
        </a:p>
      </dsp:txBody>
      <dsp:txXfrm>
        <a:off x="2978186" y="1021060"/>
        <a:ext cx="2441277" cy="792339"/>
      </dsp:txXfrm>
    </dsp:sp>
    <dsp:sp modelId="{C67971E6-9C5B-4F26-8A90-E9DD2B9B368A}">
      <dsp:nvSpPr>
        <dsp:cNvPr id="0" name=""/>
        <dsp:cNvSpPr/>
      </dsp:nvSpPr>
      <dsp:spPr>
        <a:xfrm>
          <a:off x="3899469" y="221409"/>
          <a:ext cx="2818069" cy="91494"/>
        </a:xfrm>
        <a:prstGeom prst="rect">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2B0DC73-DBE8-4E63-8F52-3C7C434A3B61}">
      <dsp:nvSpPr>
        <dsp:cNvPr id="0" name=""/>
        <dsp:cNvSpPr/>
      </dsp:nvSpPr>
      <dsp:spPr bwMode="white">
        <a:xfrm>
          <a:off x="2953535" y="2278"/>
          <a:ext cx="2490579" cy="841641"/>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vi-VN" sz="1600" kern="1200" dirty="0"/>
            <a:t>Quản lý hồ sơ cá nhân</a:t>
          </a:r>
          <a:endParaRPr lang="en-US" sz="1600" kern="1200" dirty="0"/>
        </a:p>
      </dsp:txBody>
      <dsp:txXfrm>
        <a:off x="2978186" y="26929"/>
        <a:ext cx="2441277" cy="792339"/>
      </dsp:txXfrm>
    </dsp:sp>
    <dsp:sp modelId="{5C628DB9-7E14-4264-B592-190B717B06FD}">
      <dsp:nvSpPr>
        <dsp:cNvPr id="0" name=""/>
        <dsp:cNvSpPr/>
      </dsp:nvSpPr>
      <dsp:spPr>
        <a:xfrm rot="5400000">
          <a:off x="6226717" y="718474"/>
          <a:ext cx="989632" cy="91494"/>
        </a:xfrm>
        <a:prstGeom prst="rect">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15E7C8A-966A-414D-8D3E-D14A436BF59B}">
      <dsp:nvSpPr>
        <dsp:cNvPr id="0" name=""/>
        <dsp:cNvSpPr/>
      </dsp:nvSpPr>
      <dsp:spPr bwMode="white">
        <a:xfrm>
          <a:off x="5779593" y="2278"/>
          <a:ext cx="2490579" cy="841641"/>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vi-VN" sz="1600" kern="1200" dirty="0"/>
            <a:t>Quản lý thông tin công ty</a:t>
          </a:r>
          <a:endParaRPr lang="en-US" sz="1600" kern="1200" dirty="0"/>
        </a:p>
      </dsp:txBody>
      <dsp:txXfrm>
        <a:off x="5804244" y="26929"/>
        <a:ext cx="2441277" cy="792339"/>
      </dsp:txXfrm>
    </dsp:sp>
    <dsp:sp modelId="{B30C805E-A2A6-41A3-813E-77C0A4D1D978}">
      <dsp:nvSpPr>
        <dsp:cNvPr id="0" name=""/>
        <dsp:cNvSpPr/>
      </dsp:nvSpPr>
      <dsp:spPr>
        <a:xfrm rot="5400000">
          <a:off x="6226717" y="1712606"/>
          <a:ext cx="989632" cy="91494"/>
        </a:xfrm>
        <a:prstGeom prst="rect">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46153AB-5670-4717-8D81-87676545A72D}">
      <dsp:nvSpPr>
        <dsp:cNvPr id="0" name=""/>
        <dsp:cNvSpPr/>
      </dsp:nvSpPr>
      <dsp:spPr bwMode="white">
        <a:xfrm>
          <a:off x="5779593" y="996409"/>
          <a:ext cx="2490579" cy="841641"/>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vi-VN" sz="1600" kern="1200" dirty="0"/>
            <a:t>Duyệt yêu cầu nhà tuyển dụng</a:t>
          </a:r>
          <a:endParaRPr lang="en-US" sz="1600" kern="1200" dirty="0"/>
        </a:p>
      </dsp:txBody>
      <dsp:txXfrm>
        <a:off x="5804244" y="1021060"/>
        <a:ext cx="2441277" cy="792339"/>
      </dsp:txXfrm>
    </dsp:sp>
    <dsp:sp modelId="{6913B2ED-14CC-4AB5-9529-FB2E13537A97}">
      <dsp:nvSpPr>
        <dsp:cNvPr id="0" name=""/>
        <dsp:cNvSpPr/>
      </dsp:nvSpPr>
      <dsp:spPr>
        <a:xfrm rot="5400000">
          <a:off x="6226717" y="2706738"/>
          <a:ext cx="989632" cy="91494"/>
        </a:xfrm>
        <a:prstGeom prst="rect">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B150EBE-A23F-45E3-AD18-037210C534BF}">
      <dsp:nvSpPr>
        <dsp:cNvPr id="0" name=""/>
        <dsp:cNvSpPr/>
      </dsp:nvSpPr>
      <dsp:spPr bwMode="white">
        <a:xfrm>
          <a:off x="5779593" y="1990541"/>
          <a:ext cx="2490579" cy="841641"/>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vi-VN" sz="1600" kern="1200" dirty="0"/>
            <a:t>Quản lý danh mục hệ thống</a:t>
          </a:r>
          <a:endParaRPr lang="en-US" sz="1600" kern="1200" dirty="0"/>
        </a:p>
      </dsp:txBody>
      <dsp:txXfrm>
        <a:off x="5804244" y="2015192"/>
        <a:ext cx="2441277" cy="792339"/>
      </dsp:txXfrm>
    </dsp:sp>
    <dsp:sp modelId="{3D1C520D-5A1B-4BEF-A4D2-5372603F74ED}">
      <dsp:nvSpPr>
        <dsp:cNvPr id="0" name=""/>
        <dsp:cNvSpPr/>
      </dsp:nvSpPr>
      <dsp:spPr>
        <a:xfrm rot="5400000">
          <a:off x="6226717" y="3700869"/>
          <a:ext cx="989632" cy="91494"/>
        </a:xfrm>
        <a:prstGeom prst="rect">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553582A-6DD0-48CC-BAC9-9A2B76051D06}">
      <dsp:nvSpPr>
        <dsp:cNvPr id="0" name=""/>
        <dsp:cNvSpPr/>
      </dsp:nvSpPr>
      <dsp:spPr bwMode="white">
        <a:xfrm>
          <a:off x="5779593" y="2984672"/>
          <a:ext cx="2490579" cy="841641"/>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vi-VN" sz="1600" kern="1200" dirty="0"/>
            <a:t>Thống kê dữ liệu</a:t>
          </a:r>
          <a:endParaRPr lang="en-US" sz="1600" kern="1200" dirty="0"/>
        </a:p>
      </dsp:txBody>
      <dsp:txXfrm>
        <a:off x="5804244" y="3009323"/>
        <a:ext cx="2441277" cy="792339"/>
      </dsp:txXfrm>
    </dsp:sp>
    <dsp:sp modelId="{7331CA3D-D4DD-4E24-B509-8C83325744C5}">
      <dsp:nvSpPr>
        <dsp:cNvPr id="0" name=""/>
        <dsp:cNvSpPr/>
      </dsp:nvSpPr>
      <dsp:spPr>
        <a:xfrm>
          <a:off x="6725527" y="4197935"/>
          <a:ext cx="2818069" cy="91494"/>
        </a:xfrm>
        <a:prstGeom prst="rect">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CAD0C39-6700-4BCE-AB7E-C3E8DB05091B}">
      <dsp:nvSpPr>
        <dsp:cNvPr id="0" name=""/>
        <dsp:cNvSpPr/>
      </dsp:nvSpPr>
      <dsp:spPr bwMode="white">
        <a:xfrm>
          <a:off x="5779593" y="3978804"/>
          <a:ext cx="2490579" cy="841641"/>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vi-VN" sz="1600" kern="1200" dirty="0"/>
            <a:t>Chatbot hỗ trợ tìm việc</a:t>
          </a:r>
          <a:endParaRPr lang="en-US" sz="1600" kern="1200" dirty="0"/>
        </a:p>
      </dsp:txBody>
      <dsp:txXfrm>
        <a:off x="5804244" y="4003455"/>
        <a:ext cx="2441277" cy="792339"/>
      </dsp:txXfrm>
    </dsp:sp>
    <dsp:sp modelId="{39D19F5F-2C43-41CA-83CF-9479FE2E2DAC}">
      <dsp:nvSpPr>
        <dsp:cNvPr id="0" name=""/>
        <dsp:cNvSpPr/>
      </dsp:nvSpPr>
      <dsp:spPr>
        <a:xfrm rot="16200000">
          <a:off x="9052774" y="3700869"/>
          <a:ext cx="989632" cy="91494"/>
        </a:xfrm>
        <a:prstGeom prst="rect">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9B3EE25-3909-4482-BA9E-AB84CBC4EC12}">
      <dsp:nvSpPr>
        <dsp:cNvPr id="0" name=""/>
        <dsp:cNvSpPr/>
      </dsp:nvSpPr>
      <dsp:spPr bwMode="white">
        <a:xfrm>
          <a:off x="8605650" y="3978804"/>
          <a:ext cx="2490579" cy="841641"/>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vi-VN" sz="1600" kern="1200" dirty="0"/>
            <a:t>Hiển thị thông tin thống kê và biểu đồ</a:t>
          </a:r>
          <a:endParaRPr lang="en-US" sz="1600" kern="1200" dirty="0"/>
        </a:p>
      </dsp:txBody>
      <dsp:txXfrm>
        <a:off x="8630301" y="4003455"/>
        <a:ext cx="2441277" cy="792339"/>
      </dsp:txXfrm>
    </dsp:sp>
    <dsp:sp modelId="{2FBB43C6-3350-4573-80D2-F487DA23B4FB}">
      <dsp:nvSpPr>
        <dsp:cNvPr id="0" name=""/>
        <dsp:cNvSpPr/>
      </dsp:nvSpPr>
      <dsp:spPr bwMode="white">
        <a:xfrm>
          <a:off x="8605650" y="2984672"/>
          <a:ext cx="2490579" cy="841641"/>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vi-VN" sz="1600" kern="1200" dirty="0"/>
            <a:t>Upload và tải file (CV, logo)</a:t>
          </a:r>
          <a:endParaRPr lang="en-US" sz="1600" kern="1200" dirty="0"/>
        </a:p>
      </dsp:txBody>
      <dsp:txXfrm>
        <a:off x="8630301" y="3009323"/>
        <a:ext cx="2441277" cy="79233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906A0B-30BC-452A-8B0B-E7440A5CC14A}">
      <dsp:nvSpPr>
        <dsp:cNvPr id="0" name=""/>
        <dsp:cNvSpPr/>
      </dsp:nvSpPr>
      <dsp:spPr bwMode="white">
        <a:xfrm>
          <a:off x="327660" y="0"/>
          <a:ext cx="2760595" cy="2760932"/>
        </a:xfrm>
        <a:prstGeom prst="ellipse">
          <a:avLst/>
        </a:prstGeom>
        <a:solidFill>
          <a:schemeClr val="accent5">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Khả năng mở rộng</a:t>
          </a:r>
          <a:endParaRPr lang="en-US" sz="2200" kern="1200" dirty="0"/>
        </a:p>
      </dsp:txBody>
      <dsp:txXfrm>
        <a:off x="731940" y="404329"/>
        <a:ext cx="1952035" cy="1952274"/>
      </dsp:txXfrm>
    </dsp:sp>
    <dsp:sp modelId="{40C6D015-55DA-4CED-B649-72E2E8FFBFFE}">
      <dsp:nvSpPr>
        <dsp:cNvPr id="0" name=""/>
        <dsp:cNvSpPr/>
      </dsp:nvSpPr>
      <dsp:spPr bwMode="white">
        <a:xfrm>
          <a:off x="1712365" y="1841389"/>
          <a:ext cx="2760595" cy="2760932"/>
        </a:xfrm>
        <a:prstGeom prst="ellipse">
          <a:avLst/>
        </a:prstGeom>
        <a:solidFill>
          <a:schemeClr val="accent5">
            <a:alpha val="50000"/>
            <a:hueOff val="-4050717"/>
            <a:satOff val="-275"/>
            <a:lumOff val="65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err="1"/>
            <a:t>Tính</a:t>
          </a:r>
          <a:r>
            <a:rPr lang="en-US" sz="2200" kern="1200" dirty="0"/>
            <a:t> </a:t>
          </a:r>
          <a:r>
            <a:rPr lang="en-US" sz="2200" kern="1200" dirty="0" err="1"/>
            <a:t>bảo</a:t>
          </a:r>
          <a:r>
            <a:rPr lang="en-US" sz="2200" kern="1200" dirty="0"/>
            <a:t> </a:t>
          </a:r>
          <a:r>
            <a:rPr lang="en-US" sz="2200" kern="1200" dirty="0" err="1"/>
            <a:t>mật</a:t>
          </a:r>
          <a:endParaRPr lang="en-US" sz="2200" kern="1200" dirty="0"/>
        </a:p>
      </dsp:txBody>
      <dsp:txXfrm>
        <a:off x="2116645" y="2245718"/>
        <a:ext cx="1952035" cy="1952274"/>
      </dsp:txXfrm>
    </dsp:sp>
    <dsp:sp modelId="{F003B26E-53B4-4AF2-8B21-571579D9A522}">
      <dsp:nvSpPr>
        <dsp:cNvPr id="0" name=""/>
        <dsp:cNvSpPr/>
      </dsp:nvSpPr>
      <dsp:spPr bwMode="white">
        <a:xfrm>
          <a:off x="3541707" y="47681"/>
          <a:ext cx="2760595" cy="2760932"/>
        </a:xfrm>
        <a:prstGeom prst="ellipse">
          <a:avLst/>
        </a:prstGeom>
        <a:solidFill>
          <a:schemeClr val="accent5">
            <a:alpha val="50000"/>
            <a:hueOff val="-8101434"/>
            <a:satOff val="-551"/>
            <a:lumOff val="13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Giao </a:t>
          </a:r>
          <a:r>
            <a:rPr lang="en-US" sz="2200" kern="1200" dirty="0" err="1"/>
            <a:t>diện</a:t>
          </a:r>
          <a:r>
            <a:rPr lang="en-US" sz="2200" kern="1200" dirty="0"/>
            <a:t> </a:t>
          </a:r>
          <a:r>
            <a:rPr lang="en-US" sz="2200" kern="1200" dirty="0" err="1"/>
            <a:t>thân</a:t>
          </a:r>
          <a:r>
            <a:rPr lang="en-US" sz="2200" kern="1200" dirty="0"/>
            <a:t> </a:t>
          </a:r>
          <a:r>
            <a:rPr lang="en-US" sz="2200" kern="1200" dirty="0" err="1"/>
            <a:t>thiện</a:t>
          </a:r>
          <a:endParaRPr lang="en-US" sz="2200" kern="1200" dirty="0"/>
        </a:p>
      </dsp:txBody>
      <dsp:txXfrm>
        <a:off x="3945987" y="452010"/>
        <a:ext cx="1952035" cy="1952274"/>
      </dsp:txXfrm>
    </dsp:sp>
    <dsp:sp modelId="{22AD7E15-7717-4DEF-BF04-AEB5568C6CE7}">
      <dsp:nvSpPr>
        <dsp:cNvPr id="0" name=""/>
        <dsp:cNvSpPr/>
      </dsp:nvSpPr>
      <dsp:spPr bwMode="white">
        <a:xfrm>
          <a:off x="5401841" y="1841389"/>
          <a:ext cx="2760595" cy="2760932"/>
        </a:xfrm>
        <a:prstGeom prst="ellipse">
          <a:avLst/>
        </a:prstGeom>
        <a:solidFill>
          <a:schemeClr val="accent5">
            <a:alpha val="50000"/>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err="1"/>
            <a:t>Tương</a:t>
          </a:r>
          <a:r>
            <a:rPr lang="en-US" sz="2200" kern="1200" dirty="0"/>
            <a:t> </a:t>
          </a:r>
          <a:r>
            <a:rPr lang="en-US" sz="2200" kern="1200" dirty="0" err="1"/>
            <a:t>thích</a:t>
          </a:r>
          <a:r>
            <a:rPr lang="en-US" sz="2200" kern="1200" dirty="0"/>
            <a:t> </a:t>
          </a:r>
          <a:r>
            <a:rPr lang="en-US" sz="2200" kern="1200" dirty="0" err="1"/>
            <a:t>các</a:t>
          </a:r>
          <a:r>
            <a:rPr lang="en-US" sz="2200" kern="1200" dirty="0"/>
            <a:t> </a:t>
          </a:r>
          <a:r>
            <a:rPr lang="en-US" sz="2200" kern="1200" dirty="0" err="1"/>
            <a:t>trình</a:t>
          </a:r>
          <a:r>
            <a:rPr lang="en-US" sz="2200" kern="1200" dirty="0"/>
            <a:t> </a:t>
          </a:r>
          <a:r>
            <a:rPr lang="en-US" sz="2200" kern="1200" dirty="0" err="1"/>
            <a:t>duyệt</a:t>
          </a:r>
          <a:r>
            <a:rPr lang="en-US" sz="2200" kern="1200" dirty="0"/>
            <a:t> </a:t>
          </a:r>
          <a:r>
            <a:rPr lang="en-US" sz="2200" kern="1200" dirty="0" err="1"/>
            <a:t>phổ</a:t>
          </a:r>
          <a:r>
            <a:rPr lang="en-US" sz="2200" kern="1200" dirty="0"/>
            <a:t> </a:t>
          </a:r>
          <a:r>
            <a:rPr lang="en-US" sz="2200" kern="1200" dirty="0" err="1"/>
            <a:t>biến</a:t>
          </a:r>
          <a:r>
            <a:rPr lang="en-US" sz="2200" kern="1200" dirty="0"/>
            <a:t>: Chrome, Firefox,…</a:t>
          </a:r>
        </a:p>
      </dsp:txBody>
      <dsp:txXfrm>
        <a:off x="5806121" y="2245718"/>
        <a:ext cx="1952035" cy="1952274"/>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9#1">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bProcess4#1">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bkpt" val="bal"/>
          <dgm:param type="contDir" val="revDir"/>
          <dgm:param type="grDir" val="tL"/>
          <dgm:param type="flowDir" val="col"/>
        </dgm:alg>
      </dgm:if>
      <dgm:else name="Name3">
        <dgm:alg type="snake">
          <dgm:param type="bkpt" val="bal"/>
          <dgm:param type="contDir" val="revDir"/>
          <dgm:param type="grDir" val="tR"/>
          <dgm:param type="flowDir" val="co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Sty" val="noArr"/>
                <dgm:param type="endSty" val="noArr"/>
                <dgm:param type="begPts" val="auto auto tCtr"/>
                <dgm:param type="endPts" val="auto auto bCtr"/>
              </dgm:alg>
            </dgm:if>
            <dgm:else name="Name9">
              <dgm:alg type="conn">
                <dgm:param type="srcNode" val="dummyConnPt"/>
                <dgm:param type="dstNode" val="dummyConnPt"/>
                <dgm:param type="begSty" val="noArr"/>
                <dgm:param type="endSty" val="noArr"/>
                <dgm:param type="begPts" val="auto auto tCtr"/>
                <dgm:param type="endPts" val="auto auto bCt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rings+Icon">
  <dgm:title val="Interconnected Rings"/>
  <dgm:desc val="Use to show overlapping or interconnected ideas or concepts. The first seven lines of Level 1 text correspond with a circle. Unused text does not appear, but remains available if you switch layouts.  "/>
  <dgm:catLst>
    <dgm:cat type="relationship" pri="32000"/>
    <dgm:cat type="officeonline" pri="6000"/>
  </dgm:catLst>
  <dgm:sampData useDef="1">
    <dgm:dataModel>
      <dgm:ptLst/>
      <dgm:bg/>
      <dgm:whole/>
    </dgm:dataModel>
  </dgm:sampData>
  <dgm:styleData>
    <dgm:dataModel>
      <dgm:ptLst>
        <dgm:pt modelId="0" type="doc"/>
        <dgm:pt modelId="10"/>
        <dgm:pt modelId="20"/>
      </dgm:ptLst>
      <dgm:cxnLst>
        <dgm:cxn modelId="30" srcId="0" destId="10" srcOrd="0" destOrd="0"/>
        <dgm:cxn modelId="40" srcId="0" destId="20" srcOrd="1" destOrd="0"/>
      </dgm:cxnLst>
      <dgm:bg/>
      <dgm:whole/>
    </dgm:dataModel>
  </dgm:styleData>
  <dgm:clrData>
    <dgm:dataModel>
      <dgm:ptLst>
        <dgm:pt modelId="0" type="doc"/>
        <dgm:pt modelId="10"/>
        <dgm:pt modelId="20"/>
        <dgm:pt modelId="30"/>
        <dgm:pt modelId="40"/>
      </dgm:ptLst>
      <dgm:cxnLst>
        <dgm:cxn modelId="50" srcId="0" destId="10" srcOrd="0" destOrd="0"/>
        <dgm:cxn modelId="60" srcId="0" destId="20" srcOrd="1" destOrd="0"/>
        <dgm:cxn modelId="70" srcId="0" destId="30" srcOrd="2" destOrd="0"/>
        <dgm:cxn modelId="80" srcId="0" destId="40" srcOrd="2" destOrd="0"/>
      </dgm:cxnLst>
      <dgm:bg/>
      <dgm:whole/>
    </dgm:dataModel>
  </dgm:clrData>
  <dgm:layoutNode name="Name0">
    <dgm:varLst>
      <dgm:chMax val="7"/>
      <dgm:dir/>
      <dgm:resizeHandles val="exact"/>
    </dgm:varLst>
    <dgm:choose name="Name1">
      <dgm:if name="Name2" axis="ch" ptType="node" func="cnt" op="lt" val="1">
        <dgm:alg type="composite"/>
        <dgm:shape xmlns:r="http://schemas.openxmlformats.org/officeDocument/2006/relationships" r:blip="">
          <dgm:adjLst/>
        </dgm:shape>
        <dgm:presOf/>
        <dgm:constrLst/>
        <dgm:ruleLst/>
      </dgm:if>
      <dgm:if name="Name3" axis="ch" ptType="node" func="cnt" op="equ" val="1">
        <dgm:alg type="composite">
          <dgm:param type="ar" val="1"/>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dgm:constr type="h" for="ch" forName="ellipse1" refType="h"/>
        </dgm:constrLst>
      </dgm:if>
      <dgm:if name="Name4" axis="ch" ptType="node" func="cnt" op="equ" val="2">
        <dgm:alg type="composite">
          <dgm:param type="ar" val="0.9086"/>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6602"/>
          <dgm:constr type="h" for="ch" forName="ellipse1" refType="h" fact="0.5999"/>
          <dgm:constr type="l" for="ch" forName="ellipse2" refType="w" fact="0.3398"/>
          <dgm:constr type="t" for="ch" forName="ellipse2" refType="h" fact="0.4001"/>
          <dgm:constr type="w" for="ch" forName="ellipse2" refType="w" fact="0.6602"/>
          <dgm:constr type="h" for="ch" forName="ellipse2" refType="h" fact="0.5999"/>
        </dgm:constrLst>
      </dgm:if>
      <dgm:if name="Name5" axis="ch" ptType="node" func="cnt" op="equ" val="3">
        <dgm:alg type="composite">
          <dgm:param type="ar" val="1.2171"/>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4929"/>
          <dgm:constr type="h" for="ch" forName="ellipse1" refType="h" fact="0.5999"/>
          <dgm:constr type="l" for="ch" forName="ellipse2" refType="w" fact="0.2537"/>
          <dgm:constr type="t" for="ch" forName="ellipse2" refType="h" fact="0.4001"/>
          <dgm:constr type="w" for="ch" forName="ellipse2" refType="w" fact="0.4929"/>
          <dgm:constr type="h" for="ch" forName="ellipse2" refType="h" fact="0.5999"/>
          <dgm:constr type="l" for="ch" forName="ellipse3" refType="w" fact="0.5071"/>
          <dgm:constr type="t" for="ch" forName="ellipse3" refType="h" fact="0"/>
          <dgm:constr type="w" for="ch" forName="ellipse3" refType="w" fact="0.4929"/>
          <dgm:constr type="h" for="ch" forName="ellipse3" refType="h" fact="0.5999"/>
        </dgm:constrLst>
      </dgm:if>
      <dgm:if name="Name6" axis="ch" ptType="node" func="cnt" op="equ" val="4">
        <dgm:alg type="composite">
          <dgm:param type="ar" val="1.5255"/>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3932"/>
          <dgm:constr type="h" for="ch" forName="ellipse1" refType="h" fact="0.5999"/>
          <dgm:constr type="l" for="ch" forName="ellipse2" refType="w" fact="0.2023"/>
          <dgm:constr type="t" for="ch" forName="ellipse2" refType="h" fact="0.4001"/>
          <dgm:constr type="w" for="ch" forName="ellipse2" refType="w" fact="0.3932"/>
          <dgm:constr type="h" for="ch" forName="ellipse2" refType="h" fact="0.5999"/>
          <dgm:constr type="l" for="ch" forName="ellipse3" refType="w" fact="0.4045"/>
          <dgm:constr type="t" for="ch" forName="ellipse3" refType="h" fact="0"/>
          <dgm:constr type="w" for="ch" forName="ellipse3" refType="w" fact="0.3932"/>
          <dgm:constr type="h" for="ch" forName="ellipse3" refType="h" fact="0.5999"/>
          <dgm:constr type="l" for="ch" forName="ellipse4" refType="w" fact="0.6068"/>
          <dgm:constr type="t" for="ch" forName="ellipse4" refType="h" fact="0.4001"/>
          <dgm:constr type="w" for="ch" forName="ellipse4" refType="w" fact="0.3932"/>
          <dgm:constr type="h" for="ch" forName="ellipse4" refType="h" fact="0.5999"/>
        </dgm:constrLst>
      </dgm:if>
      <dgm:if name="Name7" axis="ch" ptType="node" func="cnt" op="equ" val="5">
        <dgm:alg type="composite">
          <dgm:param type="ar" val="1.834"/>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3271"/>
          <dgm:constr type="h" for="ch" forName="ellipse1" refType="h" fact="0.5999"/>
          <dgm:constr type="l" for="ch" forName="ellipse2" refType="w" fact="0.1682"/>
          <dgm:constr type="t" for="ch" forName="ellipse2" refType="h" fact="0.4001"/>
          <dgm:constr type="w" for="ch" forName="ellipse2" refType="w" fact="0.3271"/>
          <dgm:constr type="h" for="ch" forName="ellipse2" refType="h" fact="0.5999"/>
          <dgm:constr type="l" for="ch" forName="ellipse3" refType="w" fact="0.3365"/>
          <dgm:constr type="t" for="ch" forName="ellipse3" refType="h" fact="0"/>
          <dgm:constr type="w" for="ch" forName="ellipse3" refType="w" fact="0.3271"/>
          <dgm:constr type="h" for="ch" forName="ellipse3" refType="h" fact="0.5999"/>
          <dgm:constr type="l" for="ch" forName="ellipse4" refType="w" fact="0.5047"/>
          <dgm:constr type="t" for="ch" forName="ellipse4" refType="h" fact="0.4001"/>
          <dgm:constr type="w" for="ch" forName="ellipse4" refType="w" fact="0.3271"/>
          <dgm:constr type="h" for="ch" forName="ellipse4" refType="h" fact="0.5999"/>
          <dgm:constr type="l" for="ch" forName="ellipse5" refType="w" fact="0.6729"/>
          <dgm:constr type="t" for="ch" forName="ellipse5" refType="h" fact="0"/>
          <dgm:constr type="w" for="ch" forName="ellipse5" refType="w" fact="0.3271"/>
          <dgm:constr type="h" for="ch" forName="ellipse5" refType="h" fact="0.5999"/>
        </dgm:constrLst>
      </dgm:if>
      <dgm:if name="Name8" axis="ch" ptType="node" func="cnt" op="equ" val="6">
        <dgm:alg type="composite">
          <dgm:param type="ar" val="2.1873"/>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278"/>
          <dgm:constr type="h" for="ch" forName="ellipse1" refType="h" fact="0.6081"/>
          <dgm:constr type="l" for="ch" forName="ellipse2" refType="w" fact="0.1444"/>
          <dgm:constr type="t" for="ch" forName="ellipse2" refType="h" fact="0.3919"/>
          <dgm:constr type="w" for="ch" forName="ellipse2" refType="w" fact="0.278"/>
          <dgm:constr type="h" for="ch" forName="ellipse2" refType="h" fact="0.6081"/>
          <dgm:constr type="l" for="ch" forName="ellipse3" refType="w" fact="0.2888"/>
          <dgm:constr type="t" for="ch" forName="ellipse3" refType="h" fact="0"/>
          <dgm:constr type="w" for="ch" forName="ellipse3" refType="w" fact="0.278"/>
          <dgm:constr type="h" for="ch" forName="ellipse3" refType="h" fact="0.6081"/>
          <dgm:constr type="l" for="ch" forName="ellipse4" refType="w" fact="0.4332"/>
          <dgm:constr type="t" for="ch" forName="ellipse4" refType="h" fact="0.3919"/>
          <dgm:constr type="w" for="ch" forName="ellipse4" refType="w" fact="0.278"/>
          <dgm:constr type="h" for="ch" forName="ellipse4" refType="h" fact="0.6081"/>
          <dgm:constr type="l" for="ch" forName="ellipse5" refType="w" fact="0.5776"/>
          <dgm:constr type="t" for="ch" forName="ellipse5" refType="h" fact="0"/>
          <dgm:constr type="w" for="ch" forName="ellipse5" refType="w" fact="0.278"/>
          <dgm:constr type="h" for="ch" forName="ellipse5" refType="h" fact="0.6081"/>
          <dgm:constr type="l" for="ch" forName="ellipse6" refType="w" fact="0.722"/>
          <dgm:constr type="t" for="ch" forName="ellipse6" refType="h" fact="0.3919"/>
          <dgm:constr type="w" for="ch" forName="ellipse6" refType="w" fact="0.278"/>
          <dgm:constr type="h" for="ch" forName="ellipse6" refType="h" fact="0.6081"/>
        </dgm:constrLst>
      </dgm:if>
      <dgm:else name="Name9">
        <dgm:alg type="composite">
          <dgm:param type="ar" val="2.3466"/>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2455"/>
          <dgm:constr type="h" for="ch" forName="ellipse1" refType="h" fact="0.5761"/>
          <dgm:constr type="l" for="ch" forName="ellipse2" refType="w" fact="0.1257"/>
          <dgm:constr type="t" for="ch" forName="ellipse2" refType="h" fact="0.4239"/>
          <dgm:constr type="w" for="ch" forName="ellipse2" refType="w" fact="0.2455"/>
          <dgm:constr type="h" for="ch" forName="ellipse2" refType="h" fact="0.5761"/>
          <dgm:constr type="l" for="ch" forName="ellipse3" refType="w" fact="0.2515"/>
          <dgm:constr type="t" for="ch" forName="ellipse3" refType="h" fact="0"/>
          <dgm:constr type="w" for="ch" forName="ellipse3" refType="w" fact="0.2455"/>
          <dgm:constr type="h" for="ch" forName="ellipse3" refType="h" fact="0.5761"/>
          <dgm:constr type="l" for="ch" forName="ellipse4" refType="w" fact="0.3772"/>
          <dgm:constr type="t" for="ch" forName="ellipse4" refType="h" fact="0.4239"/>
          <dgm:constr type="w" for="ch" forName="ellipse4" refType="w" fact="0.2455"/>
          <dgm:constr type="h" for="ch" forName="ellipse4" refType="h" fact="0.5761"/>
          <dgm:constr type="l" for="ch" forName="ellipse5" refType="w" fact="0.503"/>
          <dgm:constr type="t" for="ch" forName="ellipse5" refType="h" fact="0"/>
          <dgm:constr type="w" for="ch" forName="ellipse5" refType="w" fact="0.2455"/>
          <dgm:constr type="h" for="ch" forName="ellipse5" refType="h" fact="0.5761"/>
          <dgm:constr type="l" for="ch" forName="ellipse6" refType="w" fact="0.6287"/>
          <dgm:constr type="t" for="ch" forName="ellipse6" refType="h" fact="0.4239"/>
          <dgm:constr type="w" for="ch" forName="ellipse6" refType="w" fact="0.2455"/>
          <dgm:constr type="h" for="ch" forName="ellipse6" refType="h" fact="0.5761"/>
          <dgm:constr type="l" for="ch" forName="ellipse7" refType="w" fact="0.7545"/>
          <dgm:constr type="t" for="ch" forName="ellipse7" refType="h" fact="0"/>
          <dgm:constr type="w" for="ch" forName="ellipse7" refType="w" fact="0.2455"/>
          <dgm:constr type="h" for="ch" forName="ellipse7" refType="h" fact="0.5761"/>
        </dgm:constrLst>
      </dgm:else>
    </dgm:choose>
    <dgm:choose name="Name10">
      <dgm:if name="Name11" axis="ch" ptType="node" func="cnt" op="gte" val="1">
        <dgm:layoutNode name="ellipse1" styleLbl="vennNode1">
          <dgm:varLst>
            <dgm:bulletEnabled val="1"/>
          </dgm:varLst>
          <dgm:alg type="tx"/>
          <dgm:shape xmlns:r="http://schemas.openxmlformats.org/officeDocument/2006/relationships" type="ellipse" r:blip="">
            <dgm:adjLst/>
          </dgm:shape>
          <dgm:choose name="Name12">
            <dgm:if name="Name13" func="var" arg="dir" op="equ" val="norm">
              <dgm:presOf axis="ch desOrSelf" ptType="node node" st="1 1" cnt="1 0"/>
            </dgm:if>
            <dgm:else name="Name14">
              <dgm:choose name="Name15">
                <dgm:if name="Name16" axis="ch" ptType="node" func="cnt" op="equ" val="1">
                  <dgm:presOf axis="ch desOrSelf" ptType="node node" st="1 1" cnt="1 0"/>
                </dgm:if>
                <dgm:if name="Name17" axis="ch" ptType="node" func="cnt" op="equ" val="2">
                  <dgm:presOf axis="ch desOrSelf" ptType="node node" st="2 1" cnt="1 0"/>
                </dgm:if>
                <dgm:if name="Name18" axis="ch" ptType="node" func="cnt" op="equ" val="3">
                  <dgm:presOf axis="ch desOrSelf" ptType="node node" st="3 1" cnt="1 0"/>
                </dgm:if>
                <dgm:if name="Name19" axis="ch" ptType="node" func="cnt" op="equ" val="4">
                  <dgm:presOf axis="ch desOrSelf" ptType="node node" st="4 1" cnt="1 0"/>
                </dgm:if>
                <dgm:if name="Name20" axis="ch" ptType="node" func="cnt" op="equ" val="5">
                  <dgm:presOf axis="ch desOrSelf" ptType="node node" st="5 1" cnt="1 0"/>
                </dgm:if>
                <dgm:if name="Name21" axis="ch" ptType="node" func="cnt" op="equ" val="6">
                  <dgm:presOf axis="ch desOrSelf" ptType="node node" st="6 1" cnt="1 0"/>
                </dgm:if>
                <dgm:if name="Name22" axis="ch" ptType="node" func="cnt" op="gte" val="7">
                  <dgm:presOf axis="ch desOrSelf" ptType="node node" st="7 1" cnt="1 0"/>
                </dgm:if>
                <dgm:else name="Name2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4"/>
    </dgm:choose>
    <dgm:choose name="Name25">
      <dgm:if name="Name26" axis="ch" ptType="node" func="cnt" op="gte" val="2">
        <dgm:layoutNode name="ellipse2" styleLbl="vennNode1">
          <dgm:varLst>
            <dgm:bulletEnabled val="1"/>
          </dgm:varLst>
          <dgm:alg type="tx"/>
          <dgm:choose name="Name27">
            <dgm:if name="Name28" func="var" arg="dir" op="equ" val="norm">
              <dgm:shape xmlns:r="http://schemas.openxmlformats.org/officeDocument/2006/relationships" type="ellipse" r:blip="">
                <dgm:adjLst/>
              </dgm:shape>
              <dgm:presOf axis="ch desOrSelf" ptType="node node" st="2 1" cnt="1 0"/>
            </dgm:if>
            <dgm:else name="Name29">
              <dgm:shape xmlns:r="http://schemas.openxmlformats.org/officeDocument/2006/relationships" type="ellipse" r:blip="" zOrderOff="-2">
                <dgm:adjLst/>
              </dgm:shape>
              <dgm:choose name="Name30">
                <dgm:if name="Name31" axis="ch" ptType="node" func="cnt" op="equ" val="2">
                  <dgm:presOf axis="ch desOrSelf" ptType="node node" st="1 1" cnt="1 0"/>
                </dgm:if>
                <dgm:if name="Name32" axis="ch" ptType="node" func="cnt" op="equ" val="3">
                  <dgm:presOf axis="ch desOrSelf" ptType="node node" st="2 1" cnt="1 0"/>
                </dgm:if>
                <dgm:if name="Name33" axis="ch" ptType="node" func="cnt" op="equ" val="4">
                  <dgm:presOf axis="ch desOrSelf" ptType="node node" st="3 1" cnt="1 0"/>
                </dgm:if>
                <dgm:if name="Name34" axis="ch" ptType="node" func="cnt" op="equ" val="5">
                  <dgm:presOf axis="ch desOrSelf" ptType="node node" st="4 1" cnt="1 0"/>
                </dgm:if>
                <dgm:if name="Name35" axis="ch" ptType="node" func="cnt" op="equ" val="6">
                  <dgm:presOf axis="ch desOrSelf" ptType="node node" st="5 1" cnt="1 0"/>
                </dgm:if>
                <dgm:if name="Name36" axis="ch" ptType="node" func="cnt" op="gte" val="7">
                  <dgm:presOf axis="ch desOrSelf" ptType="node node" st="6 1" cnt="1 0"/>
                </dgm:if>
                <dgm:else name="Name37"/>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8"/>
    </dgm:choose>
    <dgm:choose name="Name39">
      <dgm:if name="Name40" axis="ch" ptType="node" func="cnt" op="gte" val="3">
        <dgm:layoutNode name="ellipse3" styleLbl="vennNode1">
          <dgm:varLst>
            <dgm:bulletEnabled val="1"/>
          </dgm:varLst>
          <dgm:alg type="tx"/>
          <dgm:shape xmlns:r="http://schemas.openxmlformats.org/officeDocument/2006/relationships" type="ellipse" r:blip="">
            <dgm:adjLst/>
          </dgm:shape>
          <dgm:choose name="Name41">
            <dgm:if name="Name42" func="var" arg="dir" op="equ" val="norm">
              <dgm:shape xmlns:r="http://schemas.openxmlformats.org/officeDocument/2006/relationships" type="ellipse" r:blip="">
                <dgm:adjLst/>
              </dgm:shape>
              <dgm:presOf axis="ch desOrSelf" ptType="node node" st="3 1" cnt="1 0"/>
            </dgm:if>
            <dgm:else name="Name43">
              <dgm:shape xmlns:r="http://schemas.openxmlformats.org/officeDocument/2006/relationships" type="ellipse" r:blip="" zOrderOff="-4">
                <dgm:adjLst/>
              </dgm:shape>
              <dgm:choose name="Name44">
                <dgm:if name="Name45" axis="ch" ptType="node" func="cnt" op="equ" val="3">
                  <dgm:presOf axis="ch desOrSelf" ptType="node node" st="1 1" cnt="1 0"/>
                </dgm:if>
                <dgm:if name="Name46" axis="ch" ptType="node" func="cnt" op="equ" val="4">
                  <dgm:presOf axis="ch desOrSelf" ptType="node node" st="2 1" cnt="1 0"/>
                </dgm:if>
                <dgm:if name="Name47" axis="ch" ptType="node" func="cnt" op="equ" val="5">
                  <dgm:presOf axis="ch desOrSelf" ptType="node node" st="3 1" cnt="1 0"/>
                </dgm:if>
                <dgm:if name="Name48" axis="ch" ptType="node" func="cnt" op="equ" val="6">
                  <dgm:presOf axis="ch desOrSelf" ptType="node node" st="4 1" cnt="1 0"/>
                </dgm:if>
                <dgm:if name="Name49" axis="ch" ptType="node" func="cnt" op="gte" val="7">
                  <dgm:presOf axis="ch desOrSelf" ptType="node node" st="5 1" cnt="1 0"/>
                </dgm:if>
                <dgm:else name="Name50"/>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1"/>
    </dgm:choose>
    <dgm:choose name="Name52">
      <dgm:if name="Name53" axis="ch" ptType="node" func="cnt" op="gte" val="4">
        <dgm:layoutNode name="ellipse4" styleLbl="vennNode1">
          <dgm:varLst>
            <dgm:bulletEnabled val="1"/>
          </dgm:varLst>
          <dgm:alg type="tx"/>
          <dgm:choose name="Name54">
            <dgm:if name="Name55" func="var" arg="dir" op="equ" val="norm">
              <dgm:shape xmlns:r="http://schemas.openxmlformats.org/officeDocument/2006/relationships" type="ellipse" r:blip="">
                <dgm:adjLst/>
              </dgm:shape>
              <dgm:presOf axis="ch desOrSelf" ptType="node node" st="4 1" cnt="1 0"/>
            </dgm:if>
            <dgm:else name="Name56">
              <dgm:shape xmlns:r="http://schemas.openxmlformats.org/officeDocument/2006/relationships" type="ellipse" r:blip="" zOrderOff="-6">
                <dgm:adjLst/>
              </dgm:shape>
              <dgm:choose name="Name57">
                <dgm:if name="Name58" axis="ch" ptType="node" func="cnt" op="equ" val="4">
                  <dgm:presOf axis="ch desOrSelf" ptType="node node" st="1 1" cnt="1 0"/>
                </dgm:if>
                <dgm:if name="Name59" axis="ch" ptType="node" func="cnt" op="equ" val="5">
                  <dgm:presOf axis="ch desOrSelf" ptType="node node" st="2 1" cnt="1 0"/>
                </dgm:if>
                <dgm:if name="Name60" axis="ch" ptType="node" func="cnt" op="equ" val="6">
                  <dgm:presOf axis="ch desOrSelf" ptType="node node" st="3 1" cnt="1 0"/>
                </dgm:if>
                <dgm:if name="Name61" axis="ch" ptType="node" func="cnt" op="gte" val="7">
                  <dgm:presOf axis="ch desOrSelf" ptType="node node" st="4 1" cnt="1 0"/>
                </dgm:if>
                <dgm:else name="Name62"/>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3"/>
    </dgm:choose>
    <dgm:choose name="Name64">
      <dgm:if name="Name65" axis="ch" ptType="node" func="cnt" op="gte" val="5">
        <dgm:layoutNode name="ellipse5" styleLbl="vennNode1">
          <dgm:varLst>
            <dgm:bulletEnabled val="1"/>
          </dgm:varLst>
          <dgm:alg type="tx"/>
          <dgm:choose name="Name66">
            <dgm:if name="Name67" func="var" arg="dir" op="equ" val="norm">
              <dgm:shape xmlns:r="http://schemas.openxmlformats.org/officeDocument/2006/relationships" type="ellipse" r:blip="">
                <dgm:adjLst/>
              </dgm:shape>
              <dgm:presOf axis="ch desOrSelf" ptType="node node" st="5 1" cnt="1 0"/>
            </dgm:if>
            <dgm:else name="Name68">
              <dgm:shape xmlns:r="http://schemas.openxmlformats.org/officeDocument/2006/relationships" type="ellipse" r:blip="" zOrderOff="-8">
                <dgm:adjLst/>
              </dgm:shape>
              <dgm:choose name="Name69">
                <dgm:if name="Name70" axis="ch" ptType="node" func="cnt" op="equ" val="5">
                  <dgm:presOf axis="ch desOrSelf" ptType="node node" st="1 1" cnt="1 0"/>
                </dgm:if>
                <dgm:if name="Name71" axis="ch" ptType="node" func="cnt" op="equ" val="6">
                  <dgm:presOf axis="ch desOrSelf" ptType="node node" st="2 1" cnt="1 0"/>
                </dgm:if>
                <dgm:if name="Name72" axis="ch" ptType="node" func="cnt" op="gte" val="7">
                  <dgm:presOf axis="ch desOrSelf" ptType="node node" st="3 1" cnt="1 0"/>
                </dgm:if>
                <dgm:else name="Name7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4"/>
    </dgm:choose>
    <dgm:choose name="Name75">
      <dgm:if name="Name76" axis="ch" ptType="node" func="cnt" op="gte" val="6">
        <dgm:layoutNode name="ellipse6" styleLbl="vennNode1">
          <dgm:varLst>
            <dgm:bulletEnabled val="1"/>
          </dgm:varLst>
          <dgm:alg type="tx"/>
          <dgm:choose name="Name77">
            <dgm:if name="Name78" func="var" arg="dir" op="equ" val="norm">
              <dgm:shape xmlns:r="http://schemas.openxmlformats.org/officeDocument/2006/relationships" type="ellipse" r:blip="">
                <dgm:adjLst/>
              </dgm:shape>
              <dgm:presOf axis="ch desOrSelf" ptType="node node" st="6 1" cnt="1 0"/>
            </dgm:if>
            <dgm:else name="Name79">
              <dgm:shape xmlns:r="http://schemas.openxmlformats.org/officeDocument/2006/relationships" type="ellipse" r:blip="" zOrderOff="-10">
                <dgm:adjLst/>
              </dgm:shape>
              <dgm:choose name="Name80">
                <dgm:if name="Name81" axis="ch" ptType="node" func="cnt" op="equ" val="6">
                  <dgm:presOf axis="ch desOrSelf" ptType="node node" st="1 1" cnt="1 0"/>
                </dgm:if>
                <dgm:if name="Name82" axis="ch" ptType="node" func="cnt" op="gte" val="7">
                  <dgm:presOf axis="ch desOrSelf" ptType="node node" st="2 1" cnt="1 0"/>
                </dgm:if>
                <dgm:else name="Name8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choose name="Name85">
      <dgm:if name="Name86" axis="ch" ptType="node" func="cnt" op="gte" val="7">
        <dgm:layoutNode name="ellipse7" styleLbl="vennNode1">
          <dgm:varLst>
            <dgm:bulletEnabled val="1"/>
          </dgm:varLst>
          <dgm:alg type="tx"/>
          <dgm:choose name="Name87">
            <dgm:if name="Name88" func="var" arg="dir" op="equ" val="norm">
              <dgm:shape xmlns:r="http://schemas.openxmlformats.org/officeDocument/2006/relationships" type="ellipse" r:blip="">
                <dgm:adjLst/>
              </dgm:shape>
              <dgm:presOf axis="ch desOrSelf" ptType="node node" st="7 1" cnt="1 0"/>
            </dgm:if>
            <dgm:else name="Name89">
              <dgm:shape xmlns:r="http://schemas.openxmlformats.org/officeDocument/2006/relationships" type="ellipse" r:blip="" zOrderOff="-12">
                <dgm:adjLst/>
              </dgm:shape>
              <dgm:presOf axis="ch desOrSelf" ptType="node node" st="1 1" cnt="1 0"/>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E29360-F96B-430B-BC6D-21D78918F6BA}" type="datetimeFigureOut">
              <a:rPr lang="en-US" smtClean="0"/>
              <a:t>8/1/2026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E57533-2636-4ACA-A2C1-27EC73FEC94E}"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E57533-2636-4ACA-A2C1-27EC73FEC94E}" type="slidenum">
              <a:rPr lang="en-US" smtClean="0"/>
              <a:t>5</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E57533-2636-4ACA-A2C1-27EC73FEC94E}" type="slidenum">
              <a:rPr lang="en-US" smtClean="0"/>
              <a:t>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F18EDFD-DA2A-4597-902F-D24D486DF05F}" type="datetimeFigureOut">
              <a:rPr lang="en-US" smtClean="0"/>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245600" y="6356350"/>
            <a:ext cx="2743200" cy="365125"/>
          </a:xfrm>
        </p:spPr>
        <p:txBody>
          <a:bodyPr/>
          <a:lstStyle>
            <a:lvl1pPr>
              <a:defRPr sz="2000"/>
            </a:lvl1pPr>
          </a:lstStyle>
          <a:p>
            <a:fld id="{2FE06659-896C-489D-B3F6-1DE1F7F002FB}" type="slidenum">
              <a:rPr lang="en-US" smtClean="0"/>
              <a:t>‹#›</a:t>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18EDFD-DA2A-4597-902F-D24D486DF05F}" type="datetimeFigureOut">
              <a:rPr lang="en-US" smtClean="0"/>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E06659-896C-489D-B3F6-1DE1F7F002FB}" type="slidenum">
              <a:rPr lang="en-US" smtClean="0"/>
              <a:t>‹#›</a:t>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18EDFD-DA2A-4597-902F-D24D486DF05F}" type="datetimeFigureOut">
              <a:rPr lang="en-US" smtClean="0"/>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E06659-896C-489D-B3F6-1DE1F7F002FB}" type="slidenum">
              <a:rPr lang="en-US" smtClean="0"/>
              <a:t>‹#›</a:t>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F18EDFD-DA2A-4597-902F-D24D486DF05F}" type="datetimeFigureOut">
              <a:rPr lang="en-US" smtClean="0"/>
              <a:t>8/1/2026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E06659-896C-489D-B3F6-1DE1F7F002FB}" type="slidenum">
              <a:rPr lang="en-US" smtClean="0"/>
              <a:t>‹#›</a:t>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F18EDFD-DA2A-4597-902F-D24D486DF05F}" type="datetimeFigureOut">
              <a:rPr lang="en-US" smtClean="0"/>
              <a:t>8/1/2026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FE06659-896C-489D-B3F6-1DE1F7F002FB}" type="slidenum">
              <a:rPr lang="en-US" smtClean="0"/>
              <a:t>‹#›</a:t>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18EDFD-DA2A-4597-902F-D24D486DF05F}" type="datetimeFigureOut">
              <a:rPr lang="en-US" smtClean="0"/>
              <a:t>8/1/2026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FE06659-896C-489D-B3F6-1DE1F7F002FB}" type="slidenum">
              <a:rPr lang="en-US" smtClean="0"/>
              <a:t>‹#›</a:t>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18EDFD-DA2A-4597-902F-D24D486DF05F}" type="datetimeFigureOut">
              <a:rPr lang="en-US" smtClean="0"/>
              <a:t>8/1/2026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FE06659-896C-489D-B3F6-1DE1F7F002FB}" type="slidenum">
              <a:rPr lang="en-US" smtClean="0"/>
              <a:t>‹#›</a:t>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F18EDFD-DA2A-4597-902F-D24D486DF05F}" type="datetimeFigureOut">
              <a:rPr lang="en-US" smtClean="0"/>
              <a:t>8/1/2026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E06659-896C-489D-B3F6-1DE1F7F002FB}" type="slidenum">
              <a:rPr lang="en-US" smtClean="0"/>
              <a:t>‹#›</a:t>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F18EDFD-DA2A-4597-902F-D24D486DF05F}" type="datetimeFigureOut">
              <a:rPr lang="en-US" smtClean="0"/>
              <a:t>8/1/2026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E06659-896C-489D-B3F6-1DE1F7F002FB}" type="slidenum">
              <a:rPr lang="en-US" smtClean="0"/>
              <a:t>‹#›</a:t>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18EDFD-DA2A-4597-902F-D24D486DF05F}" type="datetimeFigureOut">
              <a:rPr lang="en-US" smtClean="0"/>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E06659-896C-489D-B3F6-1DE1F7F002FB}" type="slidenum">
              <a:rPr lang="en-US" smtClean="0"/>
              <a:t>‹#›</a:t>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18EDFD-DA2A-4597-902F-D24D486DF05F}" type="datetimeFigureOut">
              <a:rPr lang="en-US" smtClean="0"/>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E06659-896C-489D-B3F6-1DE1F7F002FB}" type="slidenum">
              <a:rPr lang="en-US" smtClean="0"/>
              <a:t>‹#›</a:t>
            </a:fld>
            <a:endParaRPr 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F18EDFD-DA2A-4597-902F-D24D486DF05F}" type="datetimeFigureOut">
              <a:rPr lang="en-US" smtClean="0"/>
              <a:t>8/1/2026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37015" y="6356350"/>
            <a:ext cx="2743200" cy="365125"/>
          </a:xfrm>
          <a:prstGeom prst="rect">
            <a:avLst/>
          </a:prstGeom>
        </p:spPr>
        <p:txBody>
          <a:bodyPr vert="horz" lIns="91440" tIns="45720" rIns="91440" bIns="45720" rtlCol="0" anchor="ctr"/>
          <a:lstStyle>
            <a:lvl1pPr algn="r">
              <a:defRPr sz="2000">
                <a:solidFill>
                  <a:schemeClr val="tx1"/>
                </a:solidFill>
              </a:defRPr>
            </a:lvl1pPr>
          </a:lstStyle>
          <a:p>
            <a:fld id="{2FE06659-896C-489D-B3F6-1DE1F7F002F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6.png"/><Relationship Id="rId7" Type="http://schemas.openxmlformats.org/officeDocument/2006/relationships/diagramQuickStyle" Target="../diagrams/quickStyle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Layout" Target="../diagrams/layout2.xml"/><Relationship Id="rId5" Type="http://schemas.openxmlformats.org/officeDocument/2006/relationships/diagramData" Target="../diagrams/data2.xml"/><Relationship Id="rId4" Type="http://schemas.microsoft.com/office/2007/relationships/hdphoto" Target="../media/hdphoto2.wdp"/><Relationship Id="rId9" Type="http://schemas.microsoft.com/office/2007/relationships/diagramDrawing" Target="../diagrams/drawing2.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jpe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jpeg"/><Relationship Id="rId10" Type="http://schemas.openxmlformats.org/officeDocument/2006/relationships/image" Target="../media/image13.png"/><Relationship Id="rId4" Type="http://schemas.openxmlformats.org/officeDocument/2006/relationships/image" Target="../media/image7.jpe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1.jpeg"/><Relationship Id="rId7" Type="http://schemas.openxmlformats.org/officeDocument/2006/relationships/diagramColors" Target="../diagrams/colors4.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2.xml"/><Relationship Id="rId4" Type="http://schemas.microsoft.com/office/2007/relationships/hdphoto" Target="../media/hdphoto3.wdp"/></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2.xml"/><Relationship Id="rId4" Type="http://schemas.microsoft.com/office/2007/relationships/hdphoto" Target="../media/hdphoto4.wdp"/></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rotWithShape="1">
          <a:blip r:embed="rId2">
            <a:extLst>
              <a:ext uri="{28A0092B-C50C-407E-A947-70E740481C1C}">
                <a14:useLocalDpi xmlns:a14="http://schemas.microsoft.com/office/drawing/2010/main" val="0"/>
              </a:ext>
            </a:extLst>
          </a:blip>
          <a:srcRect l="8705" t="12038" r="7230" b="11506"/>
          <a:stretch>
            <a:fillRect/>
          </a:stretch>
        </p:blipFill>
        <p:spPr>
          <a:xfrm flipH="1">
            <a:off x="0" y="0"/>
            <a:ext cx="12191999" cy="6858000"/>
          </a:xfrm>
          <a:prstGeom prst="rect">
            <a:avLst/>
          </a:prstGeom>
        </p:spPr>
      </p:pic>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639" y="-90373"/>
            <a:ext cx="7420475" cy="1515994"/>
          </a:xfrm>
          <a:prstGeom prst="rect">
            <a:avLst/>
          </a:prstGeom>
        </p:spPr>
      </p:pic>
      <p:pic>
        <p:nvPicPr>
          <p:cNvPr id="6" name="Picture 5" descr="A group of people holding a magnifying glass&#10;&#10;Description automatically generated"/>
          <p:cNvPicPr>
            <a:picLocks noChangeAspect="1"/>
          </p:cNvPicPr>
          <p:nvPr/>
        </p:nvPicPr>
        <p:blipFill>
          <a:blip r:embed="rId4" cstate="print">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l="28396" r="24484"/>
          <a:stretch>
            <a:fillRect/>
          </a:stretch>
        </p:blipFill>
        <p:spPr>
          <a:xfrm>
            <a:off x="162248" y="5766206"/>
            <a:ext cx="1014984" cy="1182168"/>
          </a:xfrm>
          <a:prstGeom prst="rect">
            <a:avLst/>
          </a:prstGeom>
        </p:spPr>
      </p:pic>
      <p:sp>
        <p:nvSpPr>
          <p:cNvPr id="2" name="Title 1"/>
          <p:cNvSpPr>
            <a:spLocks noGrp="1"/>
          </p:cNvSpPr>
          <p:nvPr>
            <p:ph type="ctrTitle"/>
          </p:nvPr>
        </p:nvSpPr>
        <p:spPr>
          <a:xfrm>
            <a:off x="428444" y="3069618"/>
            <a:ext cx="11335109" cy="661335"/>
          </a:xfrm>
        </p:spPr>
        <p:txBody>
          <a:bodyPr>
            <a:normAutofit/>
          </a:bodyPr>
          <a:lstStyle/>
          <a:p>
            <a:r>
              <a:rPr lang="vi-VN" sz="3600">
                <a:latin typeface="Arial" panose="020B0604020202020204" pitchFamily="34" charset="0"/>
                <a:cs typeface="Arial" panose="020B0604020202020204" pitchFamily="34" charset="0"/>
              </a:rPr>
              <a:t>XÂY DỰNG WEBSITE TÌM VIỆC LÀM</a:t>
            </a:r>
            <a:endParaRPr lang="en-US" sz="3600" dirty="0">
              <a:latin typeface="Arial" panose="020B0604020202020204" pitchFamily="34" charset="0"/>
              <a:cs typeface="Arial" panose="020B0604020202020204" pitchFamily="34" charset="0"/>
            </a:endParaRPr>
          </a:p>
        </p:txBody>
      </p:sp>
      <p:sp>
        <p:nvSpPr>
          <p:cNvPr id="4" name="TextBox 3"/>
          <p:cNvSpPr txBox="1"/>
          <p:nvPr/>
        </p:nvSpPr>
        <p:spPr>
          <a:xfrm>
            <a:off x="7342837" y="4679148"/>
            <a:ext cx="2835071" cy="1200329"/>
          </a:xfrm>
          <a:prstGeom prst="rect">
            <a:avLst/>
          </a:prstGeom>
          <a:noFill/>
        </p:spPr>
        <p:txBody>
          <a:bodyPr wrap="none" rtlCol="0">
            <a:spAutoFit/>
          </a:bodyPr>
          <a:lstStyle/>
          <a:p>
            <a:r>
              <a:rPr lang="vi-VN" dirty="0"/>
              <a:t>Sinh viên thực hiện: </a:t>
            </a:r>
          </a:p>
          <a:p>
            <a:r>
              <a:rPr lang="vi-VN" dirty="0"/>
              <a:t>Họ và tên: Phạm Duy Tân</a:t>
            </a:r>
          </a:p>
          <a:p>
            <a:r>
              <a:rPr lang="vi-VN" dirty="0"/>
              <a:t>Mã lớp: DA22TTD</a:t>
            </a:r>
          </a:p>
          <a:p>
            <a:r>
              <a:rPr lang="vi-VN" dirty="0"/>
              <a:t>MSSV: 110122243</a:t>
            </a:r>
            <a:endParaRPr lang="en-US" dirty="0"/>
          </a:p>
        </p:txBody>
      </p:sp>
      <p:sp>
        <p:nvSpPr>
          <p:cNvPr id="9" name="TextBox 8"/>
          <p:cNvSpPr txBox="1"/>
          <p:nvPr/>
        </p:nvSpPr>
        <p:spPr>
          <a:xfrm>
            <a:off x="2131757" y="4956146"/>
            <a:ext cx="3196988" cy="646331"/>
          </a:xfrm>
          <a:prstGeom prst="rect">
            <a:avLst/>
          </a:prstGeom>
          <a:noFill/>
        </p:spPr>
        <p:txBody>
          <a:bodyPr wrap="square">
            <a:spAutoFit/>
          </a:bodyPr>
          <a:lstStyle/>
          <a:p>
            <a:r>
              <a:rPr lang="vi-VN" dirty="0">
                <a:latin typeface="Arial" panose="020B0604020202020204" pitchFamily="34" charset="0"/>
                <a:cs typeface="Arial" panose="020B0604020202020204" pitchFamily="34" charset="0"/>
              </a:rPr>
              <a:t>Giáo viên hướng dẫn: </a:t>
            </a:r>
          </a:p>
          <a:p>
            <a:r>
              <a:rPr lang="en-US">
                <a:latin typeface="Arial" panose="020B0604020202020204" pitchFamily="34" charset="0"/>
                <a:cs typeface="Arial" panose="020B0604020202020204" pitchFamily="34" charset="0"/>
              </a:rPr>
              <a:t>Ts.Đoàn Phước Miền</a:t>
            </a:r>
            <a:endParaRPr lang="en-US" dirty="0">
              <a:latin typeface="Arial" panose="020B0604020202020204" pitchFamily="34" charset="0"/>
              <a:cs typeface="Arial" panose="020B0604020202020204" pitchFamily="34" charset="0"/>
            </a:endParaRPr>
          </a:p>
        </p:txBody>
      </p:sp>
      <p:sp>
        <p:nvSpPr>
          <p:cNvPr id="3" name="TextBox 2"/>
          <p:cNvSpPr txBox="1"/>
          <p:nvPr/>
        </p:nvSpPr>
        <p:spPr>
          <a:xfrm>
            <a:off x="1463961" y="377074"/>
            <a:ext cx="4632037" cy="461665"/>
          </a:xfrm>
          <a:prstGeom prst="rect">
            <a:avLst/>
          </a:prstGeom>
          <a:noFill/>
        </p:spPr>
        <p:txBody>
          <a:bodyPr wrap="none" rtlCol="0">
            <a:spAutoFit/>
          </a:bodyPr>
          <a:lstStyle/>
          <a:p>
            <a:r>
              <a:rPr lang="en-US" sz="2400" dirty="0">
                <a:solidFill>
                  <a:schemeClr val="bg1"/>
                </a:solidFill>
                <a:latin typeface="Arial" panose="020B0604020202020204" pitchFamily="34" charset="0"/>
                <a:cs typeface="Arial" panose="020B0604020202020204" pitchFamily="34" charset="0"/>
              </a:rPr>
              <a:t>Trường</a:t>
            </a:r>
            <a:r>
              <a:rPr lang="vi-VN" sz="2400" dirty="0">
                <a:solidFill>
                  <a:schemeClr val="bg1"/>
                </a:solidFill>
                <a:latin typeface="Arial" panose="020B0604020202020204" pitchFamily="34" charset="0"/>
                <a:cs typeface="Arial" panose="020B0604020202020204" pitchFamily="34" charset="0"/>
              </a:rPr>
              <a:t> Kỹ Thuật </a:t>
            </a:r>
            <a:r>
              <a:rPr lang="en-US" sz="2400" dirty="0" err="1">
                <a:solidFill>
                  <a:schemeClr val="bg1"/>
                </a:solidFill>
                <a:latin typeface="Arial" panose="020B0604020202020204" pitchFamily="34" charset="0"/>
                <a:cs typeface="Arial" panose="020B0604020202020204" pitchFamily="34" charset="0"/>
              </a:rPr>
              <a:t>Và</a:t>
            </a:r>
            <a:r>
              <a:rPr lang="en-US" sz="2400" dirty="0">
                <a:solidFill>
                  <a:schemeClr val="bg1"/>
                </a:solidFill>
                <a:latin typeface="Arial" panose="020B0604020202020204" pitchFamily="34" charset="0"/>
                <a:cs typeface="Arial" panose="020B0604020202020204" pitchFamily="34" charset="0"/>
              </a:rPr>
              <a:t> </a:t>
            </a:r>
            <a:r>
              <a:rPr lang="vi-VN" sz="2400" dirty="0">
                <a:solidFill>
                  <a:schemeClr val="bg1"/>
                </a:solidFill>
                <a:latin typeface="Arial" panose="020B0604020202020204" pitchFamily="34" charset="0"/>
                <a:cs typeface="Arial" panose="020B0604020202020204" pitchFamily="34" charset="0"/>
              </a:rPr>
              <a:t>Công Nghệ</a:t>
            </a:r>
            <a:endParaRPr lang="en-US" sz="2400" dirty="0">
              <a:solidFill>
                <a:schemeClr val="bg1"/>
              </a:solidFill>
              <a:latin typeface="Arial" panose="020B0604020202020204" pitchFamily="34" charset="0"/>
              <a:cs typeface="Arial" panose="020B0604020202020204" pitchFamily="34" charset="0"/>
            </a:endParaRPr>
          </a:p>
        </p:txBody>
      </p:sp>
      <p:pic>
        <p:nvPicPr>
          <p:cNvPr id="15" name="Picture 14" descr="A black and white square&#10;&#10;Description automatically generated"/>
          <p:cNvPicPr>
            <a:picLocks noChangeAspect="1"/>
          </p:cNvPicPr>
          <p:nvPr/>
        </p:nvPicPr>
        <p:blipFill>
          <a:blip r:embed="rId6" cstate="print">
            <a:extLst>
              <a:ext uri="{28A0092B-C50C-407E-A947-70E740481C1C}">
                <a14:useLocalDpi xmlns:a14="http://schemas.microsoft.com/office/drawing/2010/main" val="0"/>
              </a:ext>
            </a:extLst>
          </a:blip>
          <a:srcRect r="83905"/>
          <a:stretch>
            <a:fillRect/>
          </a:stretch>
        </p:blipFill>
        <p:spPr>
          <a:xfrm>
            <a:off x="-15856" y="-13400"/>
            <a:ext cx="1818976" cy="1376928"/>
          </a:xfrm>
          <a:prstGeom prst="rect">
            <a:avLst/>
          </a:prstGeom>
        </p:spPr>
      </p:pic>
      <p:sp>
        <p:nvSpPr>
          <p:cNvPr id="16" name="TextBox 15"/>
          <p:cNvSpPr txBox="1"/>
          <p:nvPr/>
        </p:nvSpPr>
        <p:spPr>
          <a:xfrm>
            <a:off x="7342837" y="501119"/>
            <a:ext cx="4394152" cy="830997"/>
          </a:xfrm>
          <a:prstGeom prst="rect">
            <a:avLst/>
          </a:prstGeom>
          <a:noFill/>
        </p:spPr>
        <p:txBody>
          <a:bodyPr wrap="none" rtlCol="0">
            <a:spAutoFit/>
          </a:bodyPr>
          <a:lstStyle/>
          <a:p>
            <a:r>
              <a:rPr lang="vi-VN" sz="2400" dirty="0">
                <a:latin typeface="Arial" panose="020B0604020202020204" pitchFamily="34" charset="0"/>
                <a:cs typeface="Arial" panose="020B0604020202020204" pitchFamily="34" charset="0"/>
              </a:rPr>
              <a:t>Thực tập </a:t>
            </a:r>
            <a:r>
              <a:rPr lang="vi-VN" sz="2400">
                <a:latin typeface="Arial" panose="020B0604020202020204" pitchFamily="34" charset="0"/>
                <a:cs typeface="Arial" panose="020B0604020202020204" pitchFamily="34" charset="0"/>
              </a:rPr>
              <a:t>đồ án</a:t>
            </a:r>
            <a:r>
              <a:rPr lang="en-US" sz="2400">
                <a:latin typeface="Arial" panose="020B0604020202020204" pitchFamily="34" charset="0"/>
                <a:cs typeface="Arial" panose="020B0604020202020204" pitchFamily="34" charset="0"/>
              </a:rPr>
              <a:t> chuyên ngành</a:t>
            </a:r>
            <a:endParaRPr lang="vi-VN" sz="2400" dirty="0">
              <a:latin typeface="Arial" panose="020B0604020202020204" pitchFamily="34" charset="0"/>
              <a:cs typeface="Arial" panose="020B0604020202020204" pitchFamily="34" charset="0"/>
            </a:endParaRPr>
          </a:p>
          <a:p>
            <a:r>
              <a:rPr lang="vi-VN" sz="2400" dirty="0">
                <a:latin typeface="Arial" panose="020B0604020202020204" pitchFamily="34" charset="0"/>
                <a:cs typeface="Arial" panose="020B0604020202020204" pitchFamily="34" charset="0"/>
              </a:rPr>
              <a:t>Học kì I, năm </a:t>
            </a:r>
            <a:r>
              <a:rPr lang="vi-VN" sz="2400">
                <a:latin typeface="Arial" panose="020B0604020202020204" pitchFamily="34" charset="0"/>
                <a:cs typeface="Arial" panose="020B0604020202020204" pitchFamily="34" charset="0"/>
              </a:rPr>
              <a:t>học 202</a:t>
            </a:r>
            <a:r>
              <a:rPr lang="en-US" sz="2400">
                <a:latin typeface="Arial" panose="020B0604020202020204" pitchFamily="34" charset="0"/>
                <a:cs typeface="Arial" panose="020B0604020202020204" pitchFamily="34" charset="0"/>
              </a:rPr>
              <a:t>5</a:t>
            </a:r>
            <a:r>
              <a:rPr lang="vi-VN" sz="2400">
                <a:latin typeface="Arial" panose="020B0604020202020204" pitchFamily="34" charset="0"/>
                <a:cs typeface="Arial" panose="020B0604020202020204" pitchFamily="34" charset="0"/>
              </a:rPr>
              <a:t>-202</a:t>
            </a:r>
            <a:r>
              <a:rPr lang="en-US" sz="2400">
                <a:latin typeface="Arial" panose="020B0604020202020204" pitchFamily="34" charset="0"/>
                <a:cs typeface="Arial" panose="020B0604020202020204" pitchFamily="34" charset="0"/>
              </a:rPr>
              <a:t>6</a:t>
            </a:r>
            <a:endParaRPr lang="en-US" sz="2400" dirty="0">
              <a:latin typeface="Arial" panose="020B0604020202020204" pitchFamily="34" charset="0"/>
              <a:cs typeface="Arial" panose="020B0604020202020204" pitchFamily="34" charset="0"/>
            </a:endParaRPr>
          </a:p>
        </p:txBody>
      </p:sp>
      <p:pic>
        <p:nvPicPr>
          <p:cNvPr id="7" name="Picture 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1321" y="5961832"/>
            <a:ext cx="1622987" cy="915218"/>
          </a:xfrm>
          <a:prstGeom prst="rect">
            <a:avLst/>
          </a:prstGeom>
        </p:spPr>
      </p:pic>
      <p:sp>
        <p:nvSpPr>
          <p:cNvPr id="5" name="Slide Number Placeholder 4"/>
          <p:cNvSpPr>
            <a:spLocks noGrp="1"/>
          </p:cNvSpPr>
          <p:nvPr>
            <p:ph type="sldNum" sz="quarter" idx="12"/>
          </p:nvPr>
        </p:nvSpPr>
        <p:spPr/>
        <p:txBody>
          <a:bodyPr/>
          <a:lstStyle/>
          <a:p>
            <a:fld id="{2FE06659-896C-489D-B3F6-1DE1F7F002FB}"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5250" t="8248" r="5014" b="8030"/>
          <a:stretch>
            <a:fillRect/>
          </a:stretch>
        </p:blipFill>
        <p:spPr>
          <a:xfrm>
            <a:off x="0" y="0"/>
            <a:ext cx="12192000" cy="6858000"/>
          </a:xfrm>
          <a:prstGeom prst="rect">
            <a:avLst/>
          </a:prstGeom>
        </p:spPr>
      </p:pic>
      <p:sp>
        <p:nvSpPr>
          <p:cNvPr id="2" name="Title 1"/>
          <p:cNvSpPr>
            <a:spLocks noGrp="1"/>
          </p:cNvSpPr>
          <p:nvPr>
            <p:ph type="title"/>
          </p:nvPr>
        </p:nvSpPr>
        <p:spPr>
          <a:xfrm>
            <a:off x="2797292" y="1091775"/>
            <a:ext cx="4145280" cy="729053"/>
          </a:xfrm>
        </p:spPr>
        <p:txBody>
          <a:bodyPr>
            <a:normAutofit/>
          </a:bodyPr>
          <a:lstStyle/>
          <a:p>
            <a:r>
              <a:rPr lang="vi-VN" sz="3600" dirty="0">
                <a:latin typeface="+mn-lt"/>
              </a:rPr>
              <a:t>Nội dung trình bày</a:t>
            </a:r>
            <a:endParaRPr lang="en-US" sz="3600" dirty="0">
              <a:latin typeface="+mn-lt"/>
            </a:endParaRPr>
          </a:p>
        </p:txBody>
      </p:sp>
      <p:sp>
        <p:nvSpPr>
          <p:cNvPr id="3" name="Content Placeholder 2"/>
          <p:cNvSpPr>
            <a:spLocks noGrp="1"/>
          </p:cNvSpPr>
          <p:nvPr>
            <p:ph idx="1"/>
          </p:nvPr>
        </p:nvSpPr>
        <p:spPr>
          <a:xfrm>
            <a:off x="3112433" y="1981482"/>
            <a:ext cx="4983480" cy="4351338"/>
          </a:xfrm>
        </p:spPr>
        <p:txBody>
          <a:bodyPr>
            <a:normAutofit/>
          </a:bodyPr>
          <a:lstStyle/>
          <a:p>
            <a:pPr marL="457200" indent="-457200">
              <a:buFont typeface="+mj-lt"/>
              <a:buAutoNum type="arabicPeriod"/>
            </a:pPr>
            <a:r>
              <a:rPr lang="en-US" sz="2000" dirty="0"/>
              <a:t>L</a:t>
            </a:r>
            <a:r>
              <a:rPr lang="vi-VN" sz="2000" dirty="0"/>
              <a:t>ý do chọn đề tài</a:t>
            </a:r>
          </a:p>
          <a:p>
            <a:pPr marL="457200" indent="-457200">
              <a:buFont typeface="+mj-lt"/>
              <a:buAutoNum type="arabicPeriod"/>
            </a:pPr>
            <a:r>
              <a:rPr lang="vi-VN" sz="2000" dirty="0">
                <a:latin typeface="Arial" panose="020B0604020202020204" pitchFamily="34" charset="0"/>
                <a:cs typeface="Arial" panose="020B0604020202020204" pitchFamily="34" charset="0"/>
              </a:rPr>
              <a:t>Mục </a:t>
            </a:r>
            <a:r>
              <a:rPr lang="en-US" sz="2000" dirty="0" err="1">
                <a:latin typeface="Arial" panose="020B0604020202020204" pitchFamily="34" charset="0"/>
                <a:cs typeface="Arial" panose="020B0604020202020204" pitchFamily="34" charset="0"/>
              </a:rPr>
              <a:t>đích</a:t>
            </a:r>
            <a:r>
              <a:rPr lang="vi-VN" sz="2000" dirty="0"/>
              <a:t> nghiên cứu</a:t>
            </a:r>
          </a:p>
          <a:p>
            <a:pPr marL="457200" indent="-457200">
              <a:buFont typeface="+mj-lt"/>
              <a:buAutoNum type="arabicPeriod"/>
            </a:pPr>
            <a:r>
              <a:rPr lang="vi-VN" sz="2000" dirty="0"/>
              <a:t>Cơ sở lý thuyết</a:t>
            </a:r>
          </a:p>
          <a:p>
            <a:pPr marL="457200" indent="-457200">
              <a:buFont typeface="+mj-lt"/>
              <a:buAutoNum type="arabicPeriod"/>
            </a:pPr>
            <a:r>
              <a:rPr lang="vi-VN" sz="2000" dirty="0"/>
              <a:t>Mô tả bài toán</a:t>
            </a:r>
          </a:p>
          <a:p>
            <a:pPr marL="457200" indent="-457200">
              <a:buFont typeface="+mj-lt"/>
              <a:buAutoNum type="arabicPeriod"/>
            </a:pPr>
            <a:r>
              <a:rPr lang="vi-VN" sz="2000" dirty="0"/>
              <a:t>Yêu cầu chức năng</a:t>
            </a:r>
          </a:p>
          <a:p>
            <a:pPr marL="457200" indent="-457200">
              <a:buFont typeface="+mj-lt"/>
              <a:buAutoNum type="arabicPeriod"/>
            </a:pPr>
            <a:r>
              <a:rPr lang="vi-VN" sz="2000" dirty="0"/>
              <a:t>Yêu cầu phi chức năng</a:t>
            </a:r>
          </a:p>
          <a:p>
            <a:pPr marL="457200" indent="-457200">
              <a:buFont typeface="+mj-lt"/>
              <a:buAutoNum type="arabicPeriod"/>
            </a:pPr>
            <a:r>
              <a:rPr lang="vi-VN" sz="2000" dirty="0"/>
              <a:t>Cơ sở dữ liệu</a:t>
            </a:r>
          </a:p>
          <a:p>
            <a:pPr marL="457200" indent="-457200">
              <a:buFont typeface="+mj-lt"/>
              <a:buAutoNum type="arabicPeriod"/>
            </a:pPr>
            <a:r>
              <a:rPr lang="vi-VN" sz="2000" dirty="0"/>
              <a:t>Kết luận và hướng phát triển</a:t>
            </a:r>
            <a:endParaRPr lang="en-US" sz="2000" dirty="0"/>
          </a:p>
          <a:p>
            <a:pPr marL="457200" indent="-457200">
              <a:buFont typeface="+mj-lt"/>
              <a:buAutoNum type="arabicPeriod"/>
            </a:pPr>
            <a:r>
              <a:rPr lang="vi-VN" sz="2000" dirty="0"/>
              <a:t>Kết quả thực nghiệm</a:t>
            </a:r>
          </a:p>
        </p:txBody>
      </p:sp>
      <p:sp>
        <p:nvSpPr>
          <p:cNvPr id="4" name="Slide Number Placeholder 3"/>
          <p:cNvSpPr>
            <a:spLocks noGrp="1"/>
          </p:cNvSpPr>
          <p:nvPr>
            <p:ph type="sldNum" sz="quarter" idx="12"/>
          </p:nvPr>
        </p:nvSpPr>
        <p:spPr/>
        <p:txBody>
          <a:bodyPr/>
          <a:lstStyle/>
          <a:p>
            <a:fld id="{2FE06659-896C-489D-B3F6-1DE1F7F002FB}"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5250" t="8248" r="5014" b="8030"/>
          <a:stretch>
            <a:fillRect/>
          </a:stretch>
        </p:blipFill>
        <p:spPr>
          <a:xfrm>
            <a:off x="0" y="0"/>
            <a:ext cx="12192000" cy="6858000"/>
          </a:xfrm>
          <a:prstGeom prst="rect">
            <a:avLst/>
          </a:prstGeom>
        </p:spPr>
      </p:pic>
      <p:sp>
        <p:nvSpPr>
          <p:cNvPr id="2" name="Title 1"/>
          <p:cNvSpPr>
            <a:spLocks noGrp="1"/>
          </p:cNvSpPr>
          <p:nvPr>
            <p:ph type="title"/>
          </p:nvPr>
        </p:nvSpPr>
        <p:spPr>
          <a:xfrm>
            <a:off x="1283207" y="549822"/>
            <a:ext cx="6617547" cy="879625"/>
          </a:xfrm>
        </p:spPr>
        <p:txBody>
          <a:bodyPr>
            <a:normAutofit/>
          </a:bodyPr>
          <a:lstStyle/>
          <a:p>
            <a:r>
              <a:rPr lang="vi-VN" sz="2800" dirty="0">
                <a:latin typeface="+mn-lt"/>
              </a:rPr>
              <a:t>1. LÝ DO CHỌN ĐỀ TÀI</a:t>
            </a:r>
            <a:endParaRPr lang="en-US" sz="2800" dirty="0">
              <a:latin typeface="+mn-lt"/>
            </a:endParaRPr>
          </a:p>
        </p:txBody>
      </p:sp>
      <p:graphicFrame>
        <p:nvGraphicFramePr>
          <p:cNvPr id="6" name="Content Placeholder 5"/>
          <p:cNvGraphicFramePr>
            <a:graphicFrameLocks noGrp="1"/>
          </p:cNvGraphicFramePr>
          <p:nvPr>
            <p:ph idx="1"/>
          </p:nvPr>
        </p:nvGraphicFramePr>
        <p:xfrm>
          <a:off x="1699471" y="1979269"/>
          <a:ext cx="8555378" cy="35650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p:cNvSpPr>
            <a:spLocks noGrp="1"/>
          </p:cNvSpPr>
          <p:nvPr>
            <p:ph type="sldNum" sz="quarter" idx="12"/>
          </p:nvPr>
        </p:nvSpPr>
        <p:spPr/>
        <p:txBody>
          <a:bodyPr/>
          <a:lstStyle/>
          <a:p>
            <a:fld id="{2FE06659-896C-489D-B3F6-1DE1F7F002FB}"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5250" t="8248" r="5014" b="8030"/>
          <a:stretch>
            <a:fillRect/>
          </a:stretch>
        </p:blipFill>
        <p:spPr>
          <a:xfrm>
            <a:off x="0" y="0"/>
            <a:ext cx="12192000" cy="6858000"/>
          </a:xfrm>
          <a:prstGeom prst="rect">
            <a:avLst/>
          </a:prstGeom>
        </p:spPr>
      </p:pic>
      <p:sp>
        <p:nvSpPr>
          <p:cNvPr id="2" name="Title 1"/>
          <p:cNvSpPr>
            <a:spLocks noGrp="1"/>
          </p:cNvSpPr>
          <p:nvPr>
            <p:ph type="title"/>
          </p:nvPr>
        </p:nvSpPr>
        <p:spPr>
          <a:xfrm>
            <a:off x="1228344" y="648484"/>
            <a:ext cx="6617208" cy="915290"/>
          </a:xfrm>
        </p:spPr>
        <p:txBody>
          <a:bodyPr>
            <a:normAutofit/>
          </a:bodyPr>
          <a:lstStyle/>
          <a:p>
            <a:r>
              <a:rPr lang="vi-VN" sz="2800" dirty="0">
                <a:latin typeface="Arial" panose="020B0604020202020204" pitchFamily="34" charset="0"/>
                <a:cs typeface="Arial" panose="020B0604020202020204" pitchFamily="34" charset="0"/>
              </a:rPr>
              <a:t>2. MỤC </a:t>
            </a:r>
            <a:r>
              <a:rPr lang="en-US" sz="2800" dirty="0">
                <a:latin typeface="Arial" panose="020B0604020202020204" pitchFamily="34" charset="0"/>
                <a:cs typeface="Arial" panose="020B0604020202020204" pitchFamily="34" charset="0"/>
              </a:rPr>
              <a:t>ĐÍCH</a:t>
            </a:r>
            <a:r>
              <a:rPr lang="vi-VN" sz="2800" dirty="0">
                <a:latin typeface="Arial" panose="020B0604020202020204" pitchFamily="34" charset="0"/>
                <a:cs typeface="Arial" panose="020B0604020202020204" pitchFamily="34" charset="0"/>
              </a:rPr>
              <a:t> NGHIÊN CỨU</a:t>
            </a:r>
            <a:endParaRPr lang="en-US" sz="2800" dirty="0">
              <a:latin typeface="Arial" panose="020B0604020202020204" pitchFamily="34" charset="0"/>
              <a:cs typeface="Arial" panose="020B0604020202020204" pitchFamily="34" charset="0"/>
            </a:endParaRPr>
          </a:p>
        </p:txBody>
      </p:sp>
      <p:pic>
        <p:nvPicPr>
          <p:cNvPr id="2052" name="Picture 4" descr="Kỹ năng xác định thị trường mục tiêu"/>
          <p:cNvPicPr>
            <a:picLocks noChangeAspect="1" noChangeArrowheads="1"/>
          </p:cNvPicPr>
          <p:nvPr/>
        </p:nvPicPr>
        <p:blipFill>
          <a:blip r:embed="rId3" cstate="print">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rot="1444422">
            <a:off x="10172528" y="5363210"/>
            <a:ext cx="2136629" cy="119079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Diagram 8"/>
          <p:cNvGraphicFramePr/>
          <p:nvPr/>
        </p:nvGraphicFramePr>
        <p:xfrm>
          <a:off x="653845" y="2212258"/>
          <a:ext cx="10884310" cy="349536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3" name="Slide Number Placeholder 2"/>
          <p:cNvSpPr>
            <a:spLocks noGrp="1"/>
          </p:cNvSpPr>
          <p:nvPr>
            <p:ph type="sldNum" sz="quarter" idx="12"/>
          </p:nvPr>
        </p:nvSpPr>
        <p:spPr/>
        <p:txBody>
          <a:bodyPr/>
          <a:lstStyle/>
          <a:p>
            <a:fld id="{2FE06659-896C-489D-B3F6-1DE1F7F002FB}"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rotWithShape="1">
          <a:blip r:embed="rId3">
            <a:extLst>
              <a:ext uri="{28A0092B-C50C-407E-A947-70E740481C1C}">
                <a14:useLocalDpi xmlns:a14="http://schemas.microsoft.com/office/drawing/2010/main" val="0"/>
              </a:ext>
            </a:extLst>
          </a:blip>
          <a:srcRect l="5250" t="8248" r="5014" b="8030"/>
          <a:stretch>
            <a:fillRect/>
          </a:stretch>
        </p:blipFill>
        <p:spPr>
          <a:xfrm>
            <a:off x="0" y="0"/>
            <a:ext cx="12192000" cy="6858000"/>
          </a:xfrm>
          <a:prstGeom prst="rect">
            <a:avLst/>
          </a:prstGeom>
        </p:spPr>
      </p:pic>
      <p:sp>
        <p:nvSpPr>
          <p:cNvPr id="2" name="Title 1"/>
          <p:cNvSpPr>
            <a:spLocks noGrp="1"/>
          </p:cNvSpPr>
          <p:nvPr>
            <p:ph type="title"/>
          </p:nvPr>
        </p:nvSpPr>
        <p:spPr>
          <a:xfrm>
            <a:off x="1538675" y="1231043"/>
            <a:ext cx="4983480" cy="888375"/>
          </a:xfrm>
        </p:spPr>
        <p:txBody>
          <a:bodyPr>
            <a:normAutofit/>
          </a:bodyPr>
          <a:lstStyle/>
          <a:p>
            <a:r>
              <a:rPr lang="vi-VN" sz="2800" dirty="0">
                <a:latin typeface="+mn-lt"/>
              </a:rPr>
              <a:t>3. CƠ SỞ LÝ THUYẾT</a:t>
            </a:r>
            <a:endParaRPr lang="en-US" sz="2800" dirty="0">
              <a:latin typeface="+mn-lt"/>
            </a:endParaRPr>
          </a:p>
        </p:txBody>
      </p:sp>
      <p:sp>
        <p:nvSpPr>
          <p:cNvPr id="3" name="Content Placeholder 2"/>
          <p:cNvSpPr>
            <a:spLocks noGrp="1"/>
          </p:cNvSpPr>
          <p:nvPr>
            <p:ph idx="1"/>
          </p:nvPr>
        </p:nvSpPr>
        <p:spPr>
          <a:xfrm>
            <a:off x="1687254" y="2475793"/>
            <a:ext cx="4791456" cy="3271456"/>
          </a:xfrm>
        </p:spPr>
        <p:txBody>
          <a:bodyPr>
            <a:normAutofit/>
          </a:bodyPr>
          <a:lstStyle/>
          <a:p>
            <a:r>
              <a:rPr lang="vi-VN" sz="1600" dirty="0">
                <a:latin typeface="Arial" panose="020B0604020202020204" pitchFamily="34" charset="0"/>
                <a:cs typeface="Arial" panose="020B0604020202020204" pitchFamily="34" charset="0"/>
              </a:rPr>
              <a:t>HTML, CSS, </a:t>
            </a:r>
            <a:r>
              <a:rPr lang="vi-VN" sz="1600" dirty="0" err="1">
                <a:latin typeface="Arial" panose="020B0604020202020204" pitchFamily="34" charset="0"/>
                <a:cs typeface="Arial" panose="020B0604020202020204" pitchFamily="34" charset="0"/>
              </a:rPr>
              <a:t>JavaScript</a:t>
            </a:r>
            <a:r>
              <a:rPr lang="vi-VN" sz="1600" dirty="0">
                <a:latin typeface="Arial" panose="020B0604020202020204" pitchFamily="34" charset="0"/>
                <a:cs typeface="Arial" panose="020B0604020202020204" pitchFamily="34" charset="0"/>
              </a:rPr>
              <a:t>, </a:t>
            </a:r>
            <a:r>
              <a:rPr lang="vi-VN" sz="1600" dirty="0" err="1">
                <a:latin typeface="Arial" panose="020B0604020202020204" pitchFamily="34" charset="0"/>
                <a:cs typeface="Arial" panose="020B0604020202020204" pitchFamily="34" charset="0"/>
              </a:rPr>
              <a:t>Bootstrap</a:t>
            </a:r>
            <a:r>
              <a:rPr lang="vi-VN" sz="1600" dirty="0">
                <a:latin typeface="Arial" panose="020B0604020202020204" pitchFamily="34" charset="0"/>
                <a:cs typeface="Arial" panose="020B0604020202020204" pitchFamily="34" charset="0"/>
              </a:rPr>
              <a:t>: Tạo giao diện </a:t>
            </a:r>
            <a:r>
              <a:rPr lang="vi-VN" sz="1600" dirty="0" err="1">
                <a:latin typeface="Arial" panose="020B0604020202020204" pitchFamily="34" charset="0"/>
                <a:cs typeface="Arial" panose="020B0604020202020204" pitchFamily="34" charset="0"/>
              </a:rPr>
              <a:t>website</a:t>
            </a:r>
            <a:r>
              <a:rPr lang="vi-VN" sz="1600" dirty="0">
                <a:latin typeface="Arial" panose="020B0604020202020204" pitchFamily="34" charset="0"/>
                <a:cs typeface="Arial" panose="020B0604020202020204" pitchFamily="34" charset="0"/>
              </a:rPr>
              <a:t> thân thiện.</a:t>
            </a:r>
          </a:p>
          <a:p>
            <a:r>
              <a:rPr lang="vi-VN" sz="1600" dirty="0">
                <a:latin typeface="Arial" panose="020B0604020202020204" pitchFamily="34" charset="0"/>
                <a:cs typeface="Arial" panose="020B0604020202020204" pitchFamily="34" charset="0"/>
              </a:rPr>
              <a:t>PHP và </a:t>
            </a:r>
            <a:r>
              <a:rPr lang="vi-VN" sz="1600" dirty="0" err="1">
                <a:latin typeface="Arial" panose="020B0604020202020204" pitchFamily="34" charset="0"/>
                <a:cs typeface="Arial" panose="020B0604020202020204" pitchFamily="34" charset="0"/>
              </a:rPr>
              <a:t>MySQL</a:t>
            </a:r>
            <a:r>
              <a:rPr lang="vi-VN" sz="1600" dirty="0">
                <a:latin typeface="Arial" panose="020B0604020202020204" pitchFamily="34" charset="0"/>
                <a:cs typeface="Arial" panose="020B0604020202020204" pitchFamily="34" charset="0"/>
              </a:rPr>
              <a:t>: Xây dựng hệ thống xử lý dữ liệu và cơ sở dữ liệu.</a:t>
            </a:r>
          </a:p>
          <a:p>
            <a:r>
              <a:rPr lang="vi-VN" sz="1600" dirty="0">
                <a:latin typeface="Arial" panose="020B0604020202020204" pitchFamily="34" charset="0"/>
                <a:cs typeface="Arial" panose="020B0604020202020204" pitchFamily="34" charset="0"/>
              </a:rPr>
              <a:t>XAMPP: Công cụ giả lập </a:t>
            </a:r>
            <a:r>
              <a:rPr lang="vi-VN" sz="1600" dirty="0" err="1">
                <a:latin typeface="Arial" panose="020B0604020202020204" pitchFamily="34" charset="0"/>
                <a:cs typeface="Arial" panose="020B0604020202020204" pitchFamily="34" charset="0"/>
              </a:rPr>
              <a:t>server</a:t>
            </a:r>
            <a:r>
              <a:rPr lang="vi-VN" sz="1600" dirty="0">
                <a:latin typeface="Arial" panose="020B0604020202020204" pitchFamily="34" charset="0"/>
                <a:cs typeface="Arial" panose="020B0604020202020204" pitchFamily="34" charset="0"/>
              </a:rPr>
              <a:t> để triển khai và kiểm </a:t>
            </a:r>
            <a:r>
              <a:rPr lang="vi-VN" sz="1600">
                <a:latin typeface="Arial" panose="020B0604020202020204" pitchFamily="34" charset="0"/>
                <a:cs typeface="Arial" panose="020B0604020202020204" pitchFamily="34" charset="0"/>
              </a:rPr>
              <a:t>thử.</a:t>
            </a:r>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MVC: Mô hình kiến trúc giúp phân chia ứng dụng web thành ba phần độc lập, làm cho hệ thống dễ quản lý, thuận tiện cho việc bảo trì và mở rộng.</a:t>
            </a:r>
            <a:endParaRPr lang="en-US" sz="1600" dirty="0">
              <a:latin typeface="Arial" panose="020B0604020202020204" pitchFamily="34" charset="0"/>
              <a:cs typeface="Arial" panose="020B0604020202020204" pitchFamily="34" charset="0"/>
            </a:endParaRPr>
          </a:p>
        </p:txBody>
      </p:sp>
      <p:pic>
        <p:nvPicPr>
          <p:cNvPr id="4" name="Picture 3" descr="A logo on an orange background&#10;&#10;Description automatically generated"/>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05956" y="1110723"/>
            <a:ext cx="1581148" cy="1036798"/>
          </a:xfrm>
          <a:prstGeom prst="rect">
            <a:avLst/>
          </a:prstGeom>
        </p:spPr>
      </p:pic>
      <p:pic>
        <p:nvPicPr>
          <p:cNvPr id="7" name="Picture 6" descr="A yellow background with white text&#10;&#10;Description automatically generated"/>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993638" y="2112604"/>
            <a:ext cx="1891282" cy="1088073"/>
          </a:xfrm>
          <a:prstGeom prst="rect">
            <a:avLst/>
          </a:prstGeom>
        </p:spPr>
      </p:pic>
      <p:pic>
        <p:nvPicPr>
          <p:cNvPr id="8" name="Picture 7" descr="A screenshot of a computer&#10;&#10;Description automatically generated"/>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814427" y="2066460"/>
            <a:ext cx="2296667" cy="1134217"/>
          </a:xfrm>
          <a:prstGeom prst="rect">
            <a:avLst/>
          </a:prstGeom>
        </p:spPr>
      </p:pic>
      <p:pic>
        <p:nvPicPr>
          <p:cNvPr id="6" name="Picture 5" descr="A blue and white logo&#10;&#10;Description automatically generated"/>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499794" y="1008727"/>
            <a:ext cx="940891" cy="1333009"/>
          </a:xfrm>
          <a:prstGeom prst="rect">
            <a:avLst/>
          </a:prstGeom>
        </p:spPr>
      </p:pic>
      <p:pic>
        <p:nvPicPr>
          <p:cNvPr id="1026" name="Picture 2" descr="XAMPP là gì? Tổng hợp kiến thức cơ bản về XAMPP | ATP Software"/>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19966" t="14323" r="19335" b="9484"/>
          <a:stretch>
            <a:fillRect/>
          </a:stretch>
        </p:blipFill>
        <p:spPr bwMode="auto">
          <a:xfrm>
            <a:off x="7393844" y="3286219"/>
            <a:ext cx="1126086" cy="146858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A blue and black logo&#10;&#10;Description automatically generated"/>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697179" y="3246821"/>
            <a:ext cx="1964848" cy="1118940"/>
          </a:xfrm>
          <a:prstGeom prst="rect">
            <a:avLst/>
          </a:prstGeom>
        </p:spPr>
      </p:pic>
      <p:pic>
        <p:nvPicPr>
          <p:cNvPr id="10" name="Picture 9" descr="A logo with a dolphin&#10;&#10;Description automatically generated"/>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516068" y="3963015"/>
            <a:ext cx="1964848" cy="967563"/>
          </a:xfrm>
          <a:prstGeom prst="rect">
            <a:avLst/>
          </a:prstGeom>
        </p:spPr>
      </p:pic>
      <p:pic>
        <p:nvPicPr>
          <p:cNvPr id="11" name="Picture 10"/>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129233" y="4428416"/>
            <a:ext cx="3532794" cy="2177445"/>
          </a:xfrm>
          <a:prstGeom prst="rect">
            <a:avLst/>
          </a:prstGeom>
        </p:spPr>
      </p:pic>
      <p:sp>
        <p:nvSpPr>
          <p:cNvPr id="5" name="Slide Number Placeholder 4"/>
          <p:cNvSpPr>
            <a:spLocks noGrp="1"/>
          </p:cNvSpPr>
          <p:nvPr>
            <p:ph type="sldNum" sz="quarter" idx="12"/>
          </p:nvPr>
        </p:nvSpPr>
        <p:spPr/>
        <p:txBody>
          <a:bodyPr/>
          <a:lstStyle/>
          <a:p>
            <a:fld id="{2FE06659-896C-489D-B3F6-1DE1F7F002FB}"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5250" t="8248" r="5014" b="8030"/>
          <a:stretch>
            <a:fillRect/>
          </a:stretch>
        </p:blipFill>
        <p:spPr>
          <a:xfrm>
            <a:off x="0" y="0"/>
            <a:ext cx="12192000" cy="6858000"/>
          </a:xfrm>
          <a:prstGeom prst="rect">
            <a:avLst/>
          </a:prstGeom>
        </p:spPr>
      </p:pic>
      <p:sp>
        <p:nvSpPr>
          <p:cNvPr id="2" name="Title 1"/>
          <p:cNvSpPr>
            <a:spLocks noGrp="1"/>
          </p:cNvSpPr>
          <p:nvPr>
            <p:ph type="title"/>
          </p:nvPr>
        </p:nvSpPr>
        <p:spPr>
          <a:xfrm>
            <a:off x="1365504" y="446117"/>
            <a:ext cx="3654552" cy="806769"/>
          </a:xfrm>
        </p:spPr>
        <p:txBody>
          <a:bodyPr>
            <a:normAutofit/>
          </a:bodyPr>
          <a:lstStyle/>
          <a:p>
            <a:r>
              <a:rPr lang="vi-VN" sz="2800" dirty="0">
                <a:latin typeface="+mn-lt"/>
              </a:rPr>
              <a:t>4. MÔ TẢ BÀI TOÁN </a:t>
            </a:r>
            <a:endParaRPr lang="en-US" sz="2800" dirty="0">
              <a:latin typeface="+mn-lt"/>
            </a:endParaRP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119274906"/>
              </p:ext>
            </p:extLst>
          </p:nvPr>
        </p:nvGraphicFramePr>
        <p:xfrm>
          <a:off x="575609" y="1252886"/>
          <a:ext cx="10903352"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p:cNvSpPr>
            <a:spLocks noGrp="1"/>
          </p:cNvSpPr>
          <p:nvPr>
            <p:ph type="sldNum" sz="quarter" idx="12"/>
          </p:nvPr>
        </p:nvSpPr>
        <p:spPr/>
        <p:txBody>
          <a:bodyPr/>
          <a:lstStyle/>
          <a:p>
            <a:fld id="{2FE06659-896C-489D-B3F6-1DE1F7F002FB}"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l="5250" t="8248" r="5014" b="8030"/>
          <a:stretch>
            <a:fillRect/>
          </a:stretch>
        </p:blipFill>
        <p:spPr>
          <a:xfrm>
            <a:off x="0" y="0"/>
            <a:ext cx="12192000" cy="6858000"/>
          </a:xfrm>
          <a:prstGeom prst="rect">
            <a:avLst/>
          </a:prstGeom>
        </p:spPr>
      </p:pic>
      <p:sp>
        <p:nvSpPr>
          <p:cNvPr id="2" name="Title 1"/>
          <p:cNvSpPr>
            <a:spLocks noGrp="1"/>
          </p:cNvSpPr>
          <p:nvPr>
            <p:ph type="title"/>
          </p:nvPr>
        </p:nvSpPr>
        <p:spPr>
          <a:xfrm>
            <a:off x="978408" y="228600"/>
            <a:ext cx="4636008" cy="903159"/>
          </a:xfrm>
        </p:spPr>
        <p:txBody>
          <a:bodyPr>
            <a:normAutofit/>
          </a:bodyPr>
          <a:lstStyle/>
          <a:p>
            <a:r>
              <a:rPr lang="vi-VN" sz="2800" dirty="0">
                <a:latin typeface="+mn-lt"/>
              </a:rPr>
              <a:t>5. YÊU CẦU CHỨC NĂNG</a:t>
            </a:r>
            <a:endParaRPr lang="en-US" sz="2800" dirty="0">
              <a:latin typeface="+mn-lt"/>
            </a:endParaRPr>
          </a:p>
        </p:txBody>
      </p:sp>
      <p:graphicFrame>
        <p:nvGraphicFramePr>
          <p:cNvPr id="4" name="Content Placeholder 3"/>
          <p:cNvGraphicFramePr>
            <a:graphicFrameLocks noGrp="1"/>
          </p:cNvGraphicFramePr>
          <p:nvPr>
            <p:ph idx="1"/>
          </p:nvPr>
        </p:nvGraphicFramePr>
        <p:xfrm>
          <a:off x="611174" y="1360359"/>
          <a:ext cx="11223708" cy="482272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Slide Number Placeholder 2"/>
          <p:cNvSpPr>
            <a:spLocks noGrp="1"/>
          </p:cNvSpPr>
          <p:nvPr>
            <p:ph type="sldNum" sz="quarter" idx="12"/>
          </p:nvPr>
        </p:nvSpPr>
        <p:spPr/>
        <p:txBody>
          <a:bodyPr/>
          <a:lstStyle/>
          <a:p>
            <a:fld id="{2FE06659-896C-489D-B3F6-1DE1F7F002FB}"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5250" t="8248" r="5014" b="8030"/>
          <a:stretch>
            <a:fillRect/>
          </a:stretch>
        </p:blipFill>
        <p:spPr>
          <a:xfrm>
            <a:off x="0" y="0"/>
            <a:ext cx="12192000" cy="6858000"/>
          </a:xfrm>
          <a:prstGeom prst="rect">
            <a:avLst/>
          </a:prstGeom>
        </p:spPr>
      </p:pic>
      <p:sp>
        <p:nvSpPr>
          <p:cNvPr id="2" name="Title 1"/>
          <p:cNvSpPr>
            <a:spLocks noGrp="1"/>
          </p:cNvSpPr>
          <p:nvPr>
            <p:ph type="title"/>
          </p:nvPr>
        </p:nvSpPr>
        <p:spPr>
          <a:xfrm>
            <a:off x="1210055" y="547085"/>
            <a:ext cx="6214713" cy="823850"/>
          </a:xfrm>
        </p:spPr>
        <p:txBody>
          <a:bodyPr>
            <a:normAutofit/>
          </a:bodyPr>
          <a:lstStyle/>
          <a:p>
            <a:r>
              <a:rPr lang="vi-VN" sz="2800" dirty="0">
                <a:latin typeface="+mn-lt"/>
              </a:rPr>
              <a:t>6. YÊU CẦU PHI CHỨC NĂNG</a:t>
            </a:r>
            <a:endParaRPr lang="en-US" sz="2800" dirty="0">
              <a:latin typeface="+mn-lt"/>
            </a:endParaRPr>
          </a:p>
        </p:txBody>
      </p:sp>
      <p:graphicFrame>
        <p:nvGraphicFramePr>
          <p:cNvPr id="4" name="Content Placeholder 3"/>
          <p:cNvGraphicFramePr>
            <a:graphicFrameLocks noGrp="1"/>
          </p:cNvGraphicFramePr>
          <p:nvPr>
            <p:ph idx="1"/>
          </p:nvPr>
        </p:nvGraphicFramePr>
        <p:xfrm>
          <a:off x="1623059" y="1607344"/>
          <a:ext cx="8298181" cy="46023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p:cNvSpPr>
            <a:spLocks noGrp="1"/>
          </p:cNvSpPr>
          <p:nvPr>
            <p:ph type="sldNum" sz="quarter" idx="12"/>
          </p:nvPr>
        </p:nvSpPr>
        <p:spPr/>
        <p:txBody>
          <a:bodyPr/>
          <a:lstStyle/>
          <a:p>
            <a:fld id="{2FE06659-896C-489D-B3F6-1DE1F7F002FB}"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5250" t="8248" r="5014" b="8030"/>
          <a:stretch>
            <a:fillRect/>
          </a:stretch>
        </p:blipFill>
        <p:spPr>
          <a:xfrm>
            <a:off x="0" y="0"/>
            <a:ext cx="12192000" cy="6858000"/>
          </a:xfrm>
          <a:prstGeom prst="rect">
            <a:avLst/>
          </a:prstGeom>
        </p:spPr>
      </p:pic>
      <p:pic>
        <p:nvPicPr>
          <p:cNvPr id="7" name="Picture 6" descr="A screenshot of a computer&#10;&#10;Description automatically generated"/>
          <p:cNvPicPr>
            <a:picLocks noChangeAspect="1"/>
          </p:cNvPicPr>
          <p:nvPr/>
        </p:nvPicPr>
        <p:blipFill>
          <a:blip r:embed="rId3">
            <a:extLst>
              <a:ext uri="{28A0092B-C50C-407E-A947-70E740481C1C}">
                <a14:useLocalDpi xmlns:a14="http://schemas.microsoft.com/office/drawing/2010/main" val="0"/>
              </a:ext>
            </a:extLst>
          </a:blip>
          <a:srcRect l="5380" b="6626"/>
          <a:stretch>
            <a:fillRect/>
          </a:stretch>
        </p:blipFill>
        <p:spPr>
          <a:xfrm>
            <a:off x="1479091" y="694945"/>
            <a:ext cx="9546615" cy="5859932"/>
          </a:xfrm>
          <a:prstGeom prst="rect">
            <a:avLst/>
          </a:prstGeom>
        </p:spPr>
      </p:pic>
      <p:sp>
        <p:nvSpPr>
          <p:cNvPr id="2" name="Title 1"/>
          <p:cNvSpPr>
            <a:spLocks noGrp="1"/>
          </p:cNvSpPr>
          <p:nvPr>
            <p:ph type="title"/>
          </p:nvPr>
        </p:nvSpPr>
        <p:spPr>
          <a:xfrm>
            <a:off x="1001743" y="231544"/>
            <a:ext cx="4248913" cy="771352"/>
          </a:xfrm>
        </p:spPr>
        <p:txBody>
          <a:bodyPr>
            <a:normAutofit/>
          </a:bodyPr>
          <a:lstStyle/>
          <a:p>
            <a:r>
              <a:rPr lang="vi-VN" sz="2800" dirty="0">
                <a:latin typeface="+mn-lt"/>
              </a:rPr>
              <a:t>7. CƠ SỞ DỮ LIỆU</a:t>
            </a:r>
            <a:endParaRPr lang="en-US" sz="2800" dirty="0">
              <a:latin typeface="+mn-lt"/>
            </a:endParaRPr>
          </a:p>
        </p:txBody>
      </p:sp>
      <p:sp>
        <p:nvSpPr>
          <p:cNvPr id="3" name="Slide Number Placeholder 2"/>
          <p:cNvSpPr>
            <a:spLocks noGrp="1"/>
          </p:cNvSpPr>
          <p:nvPr>
            <p:ph type="sldNum" sz="quarter" idx="12"/>
          </p:nvPr>
        </p:nvSpPr>
        <p:spPr/>
        <p:txBody>
          <a:bodyPr/>
          <a:lstStyle/>
          <a:p>
            <a:fld id="{2FE06659-896C-489D-B3F6-1DE1F7F002FB}"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5250" t="8248" r="5014" b="8030"/>
          <a:stretch>
            <a:fillRect/>
          </a:stretch>
        </p:blipFill>
        <p:spPr>
          <a:xfrm>
            <a:off x="0" y="0"/>
            <a:ext cx="12192000" cy="6858000"/>
          </a:xfrm>
          <a:prstGeom prst="rect">
            <a:avLst/>
          </a:prstGeom>
        </p:spPr>
      </p:pic>
      <p:sp>
        <p:nvSpPr>
          <p:cNvPr id="2" name="Title 1"/>
          <p:cNvSpPr>
            <a:spLocks noGrp="1"/>
          </p:cNvSpPr>
          <p:nvPr>
            <p:ph type="title"/>
          </p:nvPr>
        </p:nvSpPr>
        <p:spPr>
          <a:xfrm>
            <a:off x="1731264" y="691372"/>
            <a:ext cx="6873240" cy="797624"/>
          </a:xfrm>
        </p:spPr>
        <p:txBody>
          <a:bodyPr>
            <a:normAutofit/>
          </a:bodyPr>
          <a:lstStyle/>
          <a:p>
            <a:r>
              <a:rPr lang="en-US" sz="2800" dirty="0">
                <a:latin typeface="+mn-lt"/>
              </a:rPr>
              <a:t>8</a:t>
            </a:r>
            <a:r>
              <a:rPr lang="vi-VN" sz="2800" dirty="0">
                <a:latin typeface="+mn-lt"/>
              </a:rPr>
              <a:t>. KẾT LUẬN VÀ HƯỚNG PHÁT TRIỂN</a:t>
            </a:r>
            <a:endParaRPr lang="en-US" sz="2800" dirty="0">
              <a:latin typeface="+mn-lt"/>
            </a:endParaRPr>
          </a:p>
        </p:txBody>
      </p:sp>
      <p:sp>
        <p:nvSpPr>
          <p:cNvPr id="3" name="Content Placeholder 2"/>
          <p:cNvSpPr>
            <a:spLocks noGrp="1"/>
          </p:cNvSpPr>
          <p:nvPr>
            <p:ph idx="1"/>
          </p:nvPr>
        </p:nvSpPr>
        <p:spPr>
          <a:xfrm>
            <a:off x="1804416" y="2432849"/>
            <a:ext cx="7517820" cy="2375344"/>
          </a:xfrm>
        </p:spPr>
        <p:txBody>
          <a:bodyPr>
            <a:normAutofit/>
          </a:bodyPr>
          <a:lstStyle/>
          <a:p>
            <a:r>
              <a:rPr lang="en-US" sz="1800" dirty="0" err="1">
                <a:latin typeface="Arial" panose="020B0604020202020204" pitchFamily="34" charset="0"/>
                <a:cs typeface="Arial" panose="020B0604020202020204" pitchFamily="34" charset="0"/>
              </a:rPr>
              <a:t>Dự</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án</a:t>
            </a:r>
            <a:r>
              <a:rPr lang="en-US" sz="1800" dirty="0">
                <a:latin typeface="Arial" panose="020B0604020202020204" pitchFamily="34" charset="0"/>
                <a:cs typeface="Arial" panose="020B0604020202020204" pitchFamily="34" charset="0"/>
              </a:rPr>
              <a:t> website </a:t>
            </a:r>
            <a:r>
              <a:rPr lang="en-US" sz="1800" dirty="0" err="1">
                <a:latin typeface="Arial" panose="020B0604020202020204" pitchFamily="34" charset="0"/>
                <a:cs typeface="Arial" panose="020B0604020202020204" pitchFamily="34" charset="0"/>
              </a:rPr>
              <a:t>tìm</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việc</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làm</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đạt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kết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quả</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tích</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cực</a:t>
            </a:r>
            <a:r>
              <a:rPr lang="en-US" sz="1800" dirty="0">
                <a:latin typeface="Arial" panose="020B0604020202020204" pitchFamily="34" charset="0"/>
                <a:cs typeface="Arial" panose="020B0604020202020204" pitchFamily="34" charset="0"/>
              </a:rPr>
              <a:t>:</a:t>
            </a:r>
          </a:p>
          <a:p>
            <a:pPr lvl="1"/>
            <a:r>
              <a:rPr lang="en-US" sz="1800" dirty="0" err="1">
                <a:latin typeface="Arial" panose="020B0604020202020204" pitchFamily="34" charset="0"/>
                <a:cs typeface="Arial" panose="020B0604020202020204" pitchFamily="34" charset="0"/>
              </a:rPr>
              <a:t>Xây</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dựng</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nền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tảng</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thân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thiện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hỗ</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trợ</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ứng</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viên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dễ</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dàng</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tìm</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kiếm</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việc</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làm</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và</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nhà</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tuyển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dụng</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thuận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tiện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đăng</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tải</a:t>
            </a:r>
            <a:r>
              <a:rPr lang="en-US" sz="1800" dirty="0">
                <a:latin typeface="Arial" panose="020B0604020202020204" pitchFamily="34" charset="0"/>
                <a:cs typeface="Arial" panose="020B0604020202020204" pitchFamily="34" charset="0"/>
              </a:rPr>
              <a:t>/</a:t>
            </a:r>
            <a:r>
              <a:rPr lang="en-US" sz="1800" dirty="0" err="1">
                <a:latin typeface="Arial" panose="020B0604020202020204" pitchFamily="34" charset="0"/>
                <a:cs typeface="Arial" panose="020B0604020202020204" pitchFamily="34" charset="0"/>
              </a:rPr>
              <a:t>quản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lý</a:t>
            </a:r>
            <a:r>
              <a:rPr lang="en-US" sz="1800" dirty="0">
                <a:latin typeface="Arial" panose="020B0604020202020204" pitchFamily="34" charset="0"/>
                <a:cs typeface="Arial" panose="020B0604020202020204" pitchFamily="34" charset="0"/>
              </a:rPr>
              <a:t> tin </a:t>
            </a:r>
            <a:r>
              <a:rPr lang="en-US" sz="1800" dirty="0" err="1">
                <a:latin typeface="Arial" panose="020B0604020202020204" pitchFamily="34" charset="0"/>
                <a:cs typeface="Arial" panose="020B0604020202020204" pitchFamily="34" charset="0"/>
              </a:rPr>
              <a:t>tuyển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dụng</a:t>
            </a:r>
            <a:r>
              <a:rPr lang="en-US" sz="1800" dirty="0">
                <a:latin typeface="Arial" panose="020B0604020202020204" pitchFamily="34" charset="0"/>
                <a:cs typeface="Arial" panose="020B0604020202020204" pitchFamily="34" charset="0"/>
              </a:rPr>
              <a:t>.</a:t>
            </a:r>
          </a:p>
          <a:p>
            <a:pPr lvl="1"/>
            <a:r>
              <a:rPr lang="vi-VN" sz="1800" dirty="0">
                <a:latin typeface="Arial" panose="020B0604020202020204" pitchFamily="34" charset="0"/>
                <a:cs typeface="Arial" panose="020B0604020202020204" pitchFamily="34" charset="0"/>
              </a:rPr>
              <a:t>Áp dụng công nghệ mới cải thiện trải nghiệm người dùng.</a:t>
            </a:r>
          </a:p>
          <a:p>
            <a:pPr lvl="1"/>
            <a:r>
              <a:rPr lang="en-US" sz="1800" dirty="0">
                <a:latin typeface="Arial" panose="020B0604020202020204" pitchFamily="34" charset="0"/>
                <a:cs typeface="Arial" panose="020B0604020202020204" pitchFamily="34" charset="0"/>
              </a:rPr>
              <a:t>Giao </a:t>
            </a:r>
            <a:r>
              <a:rPr lang="en-US" sz="1800" dirty="0" err="1">
                <a:latin typeface="Arial" panose="020B0604020202020204" pitchFamily="34" charset="0"/>
                <a:cs typeface="Arial" panose="020B0604020202020204" pitchFamily="34" charset="0"/>
              </a:rPr>
              <a:t>diện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thân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thiện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quản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lý</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dữ</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liệu</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hiệu</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quả</a:t>
            </a:r>
            <a:r>
              <a:rPr lang="en-US" sz="1800" dirty="0">
                <a:latin typeface="Arial" panose="020B0604020202020204" pitchFamily="34" charset="0"/>
                <a:cs typeface="Arial" panose="020B0604020202020204" pitchFamily="34" charset="0"/>
              </a:rPr>
              <a:t>.</a:t>
            </a:r>
          </a:p>
        </p:txBody>
      </p:sp>
      <p:sp>
        <p:nvSpPr>
          <p:cNvPr id="6" name="TextBox 5"/>
          <p:cNvSpPr txBox="1"/>
          <p:nvPr/>
        </p:nvSpPr>
        <p:spPr>
          <a:xfrm>
            <a:off x="1804416" y="1488996"/>
            <a:ext cx="6167628" cy="400110"/>
          </a:xfrm>
          <a:prstGeom prst="rect">
            <a:avLst/>
          </a:prstGeom>
          <a:noFill/>
        </p:spPr>
        <p:txBody>
          <a:bodyPr wrap="square">
            <a:spAutoFit/>
          </a:bodyPr>
          <a:lstStyle/>
          <a:p>
            <a:r>
              <a:rPr lang="en-US" sz="2000" dirty="0"/>
              <a:t>A</a:t>
            </a:r>
            <a:r>
              <a:rPr lang="vi-VN" sz="2000" dirty="0"/>
              <a:t>. Kết luận:</a:t>
            </a:r>
            <a:endParaRPr lang="en-US" sz="2000" dirty="0"/>
          </a:p>
        </p:txBody>
      </p:sp>
      <p:pic>
        <p:nvPicPr>
          <p:cNvPr id="4098" name="Picture 2" descr="Hướng dẫn kiểm toán viên kết luận về báo cáo tài chính"/>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8677656" y="3471881"/>
            <a:ext cx="3305175" cy="329565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2FE06659-896C-489D-B3F6-1DE1F7F002FB}"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5250" t="8248" r="5014" b="8030"/>
          <a:stretch>
            <a:fillRect/>
          </a:stretch>
        </p:blipFill>
        <p:spPr>
          <a:xfrm>
            <a:off x="0" y="0"/>
            <a:ext cx="12192000" cy="6858000"/>
          </a:xfrm>
          <a:prstGeom prst="rect">
            <a:avLst/>
          </a:prstGeom>
        </p:spPr>
      </p:pic>
      <p:sp>
        <p:nvSpPr>
          <p:cNvPr id="2" name="Title 1"/>
          <p:cNvSpPr>
            <a:spLocks noGrp="1"/>
          </p:cNvSpPr>
          <p:nvPr>
            <p:ph type="title"/>
          </p:nvPr>
        </p:nvSpPr>
        <p:spPr>
          <a:xfrm>
            <a:off x="1804416" y="616836"/>
            <a:ext cx="6873240" cy="889064"/>
          </a:xfrm>
        </p:spPr>
        <p:txBody>
          <a:bodyPr>
            <a:normAutofit/>
          </a:bodyPr>
          <a:lstStyle/>
          <a:p>
            <a:r>
              <a:rPr lang="en-US" sz="2800" dirty="0">
                <a:latin typeface="+mn-lt"/>
              </a:rPr>
              <a:t>8</a:t>
            </a:r>
            <a:r>
              <a:rPr lang="vi-VN" sz="2800" dirty="0">
                <a:latin typeface="+mn-lt"/>
              </a:rPr>
              <a:t>. KẾT LUẬN VÀ HƯỚNG PHÁT TRIỂN</a:t>
            </a:r>
            <a:endParaRPr lang="en-US" sz="2800" dirty="0">
              <a:latin typeface="+mn-lt"/>
            </a:endParaRPr>
          </a:p>
        </p:txBody>
      </p:sp>
      <p:sp>
        <p:nvSpPr>
          <p:cNvPr id="3" name="Content Placeholder 2"/>
          <p:cNvSpPr>
            <a:spLocks noGrp="1"/>
          </p:cNvSpPr>
          <p:nvPr>
            <p:ph idx="1"/>
          </p:nvPr>
        </p:nvSpPr>
        <p:spPr>
          <a:xfrm>
            <a:off x="1901952" y="2316734"/>
            <a:ext cx="5175504" cy="1944370"/>
          </a:xfrm>
        </p:spPr>
        <p:txBody>
          <a:bodyPr>
            <a:normAutofit/>
          </a:bodyPr>
          <a:lstStyle/>
          <a:p>
            <a:pPr algn="just"/>
            <a:r>
              <a:rPr lang="vi-VN" sz="1600" dirty="0"/>
              <a:t>Tối ưu hóa trải nghiệm người dùng: Phát triển chức năng mới và cải thiện giao diện để tạo trang </a:t>
            </a:r>
            <a:r>
              <a:rPr lang="vi-VN" sz="1600" dirty="0" err="1"/>
              <a:t>web</a:t>
            </a:r>
            <a:r>
              <a:rPr lang="vi-VN" sz="1600" dirty="0"/>
              <a:t> thân thiện với mọi đối tượng.</a:t>
            </a:r>
          </a:p>
          <a:p>
            <a:pPr algn="just"/>
            <a:r>
              <a:rPr lang="vi-VN" sz="1600" dirty="0"/>
              <a:t>Học hỏi và tìm hiểu: Tăng cường kiến thức thiết kế ứng dụng </a:t>
            </a:r>
            <a:r>
              <a:rPr lang="vi-VN" sz="1600" dirty="0" err="1"/>
              <a:t>web</a:t>
            </a:r>
            <a:r>
              <a:rPr lang="vi-VN" sz="1600" dirty="0"/>
              <a:t> để phát triển các tính năng mới.</a:t>
            </a:r>
            <a:endParaRPr lang="en-US" sz="1600" dirty="0"/>
          </a:p>
        </p:txBody>
      </p:sp>
      <p:sp>
        <p:nvSpPr>
          <p:cNvPr id="6" name="TextBox 5"/>
          <p:cNvSpPr txBox="1"/>
          <p:nvPr/>
        </p:nvSpPr>
        <p:spPr>
          <a:xfrm>
            <a:off x="1804416" y="1488996"/>
            <a:ext cx="6167628" cy="400110"/>
          </a:xfrm>
          <a:prstGeom prst="rect">
            <a:avLst/>
          </a:prstGeom>
          <a:noFill/>
        </p:spPr>
        <p:txBody>
          <a:bodyPr wrap="square">
            <a:spAutoFit/>
          </a:bodyPr>
          <a:lstStyle/>
          <a:p>
            <a:r>
              <a:rPr lang="en-US" dirty="0"/>
              <a:t>B</a:t>
            </a:r>
            <a:r>
              <a:rPr lang="vi-VN" dirty="0"/>
              <a:t>. </a:t>
            </a:r>
            <a:r>
              <a:rPr lang="vi-VN" sz="2000" dirty="0"/>
              <a:t>Hướng</a:t>
            </a:r>
            <a:r>
              <a:rPr lang="vi-VN" dirty="0"/>
              <a:t> phát triển:</a:t>
            </a:r>
            <a:endParaRPr lang="en-US" dirty="0"/>
          </a:p>
        </p:txBody>
      </p:sp>
      <p:pic>
        <p:nvPicPr>
          <p:cNvPr id="5122" name="Picture 2" descr="Những nhân tố ảnh hưởng đến sự phát triển của khu công nghiệp đồng bộ"/>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6520064" y="2952926"/>
            <a:ext cx="5164254" cy="3092782"/>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2FE06659-896C-489D-B3F6-1DE1F7F002FB}"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5250" t="8248" r="5014" b="8030"/>
          <a:stretch>
            <a:fillRect/>
          </a:stretch>
        </p:blipFill>
        <p:spPr>
          <a:xfrm>
            <a:off x="0" y="0"/>
            <a:ext cx="12192000" cy="6858000"/>
          </a:xfrm>
          <a:prstGeom prst="rect">
            <a:avLst/>
          </a:prstGeom>
        </p:spPr>
      </p:pic>
      <p:sp>
        <p:nvSpPr>
          <p:cNvPr id="6" name="TextBox 5"/>
          <p:cNvSpPr txBox="1"/>
          <p:nvPr/>
        </p:nvSpPr>
        <p:spPr>
          <a:xfrm>
            <a:off x="2925294" y="2782669"/>
            <a:ext cx="7737790" cy="646331"/>
          </a:xfrm>
          <a:prstGeom prst="rect">
            <a:avLst/>
          </a:prstGeom>
          <a:noFill/>
        </p:spPr>
        <p:txBody>
          <a:bodyPr wrap="square">
            <a:spAutoFit/>
          </a:bodyPr>
          <a:lstStyle/>
          <a:p>
            <a:r>
              <a:rPr lang="en-US" sz="3600" dirty="0">
                <a:latin typeface="Arial" panose="020B0604020202020204" pitchFamily="34" charset="0"/>
                <a:cs typeface="Arial" panose="020B0604020202020204" pitchFamily="34" charset="0"/>
              </a:rPr>
              <a:t>9. KẾT QUẢ THỰC NGHIỆM</a:t>
            </a:r>
          </a:p>
        </p:txBody>
      </p:sp>
      <p:sp>
        <p:nvSpPr>
          <p:cNvPr id="2" name="Slide Number Placeholder 1"/>
          <p:cNvSpPr>
            <a:spLocks noGrp="1"/>
          </p:cNvSpPr>
          <p:nvPr>
            <p:ph type="sldNum" sz="quarter" idx="12"/>
          </p:nvPr>
        </p:nvSpPr>
        <p:spPr/>
        <p:txBody>
          <a:bodyPr/>
          <a:lstStyle/>
          <a:p>
            <a:fld id="{2FE06659-896C-489D-B3F6-1DE1F7F002FB}"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5250" t="8248" r="5014" b="8030"/>
          <a:stretch>
            <a:fillRect/>
          </a:stretch>
        </p:blipFill>
        <p:spPr>
          <a:xfrm>
            <a:off x="0" y="0"/>
            <a:ext cx="12192000" cy="6858000"/>
          </a:xfrm>
          <a:prstGeom prst="rect">
            <a:avLst/>
          </a:prstGeom>
        </p:spPr>
      </p:pic>
      <p:sp>
        <p:nvSpPr>
          <p:cNvPr id="9" name="TextBox 8"/>
          <p:cNvSpPr txBox="1"/>
          <p:nvPr/>
        </p:nvSpPr>
        <p:spPr>
          <a:xfrm>
            <a:off x="827532" y="2005655"/>
            <a:ext cx="10536936" cy="1323439"/>
          </a:xfrm>
          <a:prstGeom prst="rect">
            <a:avLst/>
          </a:prstGeom>
          <a:noFill/>
        </p:spPr>
        <p:txBody>
          <a:bodyPr wrap="square" rtlCol="0">
            <a:spAutoFit/>
          </a:bodyPr>
          <a:lstStyle/>
          <a:p>
            <a:pPr algn="ctr"/>
            <a:r>
              <a:rPr lang="vi-VN" sz="4000" dirty="0">
                <a:latin typeface="Calibri" panose="020F0502020204030204" pitchFamily="34" charset="0"/>
                <a:ea typeface="Calibri" panose="020F0502020204030204" pitchFamily="34" charset="0"/>
                <a:cs typeface="Calibri" panose="020F0502020204030204" pitchFamily="34" charset="0"/>
              </a:rPr>
              <a:t>Cảm ơn</a:t>
            </a:r>
          </a:p>
          <a:p>
            <a:pPr algn="ctr"/>
            <a:r>
              <a:rPr lang="vi-VN" sz="4000" dirty="0">
                <a:latin typeface="Calibri" panose="020F0502020204030204" pitchFamily="34" charset="0"/>
                <a:ea typeface="Calibri" panose="020F0502020204030204" pitchFamily="34" charset="0"/>
                <a:cs typeface="Calibri" panose="020F0502020204030204" pitchFamily="34" charset="0"/>
              </a:rPr>
              <a:t> quý thầy cô đã lắng nghe phần trình bày của em!</a:t>
            </a:r>
            <a:endParaRPr lang="en-US" sz="4000" dirty="0">
              <a:latin typeface="Calibri" panose="020F0502020204030204" pitchFamily="34" charset="0"/>
              <a:ea typeface="Calibri" panose="020F0502020204030204" pitchFamily="34" charset="0"/>
              <a:cs typeface="Calibri" panose="020F0502020204030204" pitchFamily="34" charset="0"/>
            </a:endParaRPr>
          </a:p>
        </p:txBody>
      </p:sp>
      <p:sp>
        <p:nvSpPr>
          <p:cNvPr id="10"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11" name="Rectangle 8"/>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pic>
        <p:nvPicPr>
          <p:cNvPr id="15" name="Picture 14" descr="A cartoon of a cat&#10;&#10;Description automatically generate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1135" y="3429000"/>
            <a:ext cx="2157916" cy="2245994"/>
          </a:xfrm>
          <a:prstGeom prst="rect">
            <a:avLst/>
          </a:prstGeom>
        </p:spPr>
      </p:pic>
      <p:sp>
        <p:nvSpPr>
          <p:cNvPr id="2" name="Slide Number Placeholder 1"/>
          <p:cNvSpPr>
            <a:spLocks noGrp="1"/>
          </p:cNvSpPr>
          <p:nvPr>
            <p:ph type="sldNum" sz="quarter" idx="12"/>
          </p:nvPr>
        </p:nvSpPr>
        <p:spPr/>
        <p:txBody>
          <a:bodyPr/>
          <a:lstStyle/>
          <a:p>
            <a:fld id="{2FE06659-896C-489D-B3F6-1DE1F7F002FB}" type="slidenum">
              <a:rPr lang="en-US" smtClean="0"/>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877</Words>
  <Application>Microsoft Office PowerPoint</Application>
  <PresentationFormat>Widescreen</PresentationFormat>
  <Paragraphs>95</Paragraphs>
  <Slides>13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Calibri</vt:lpstr>
      <vt:lpstr>Office Theme</vt:lpstr>
      <vt:lpstr>XÂY DỰNG WEBSITE TÌM VIỆC LÀM</vt:lpstr>
      <vt:lpstr>Nội dung trình bày</vt:lpstr>
      <vt:lpstr>1. LÝ DO CHỌN ĐỀ TÀI</vt:lpstr>
      <vt:lpstr>2. MỤC ĐÍCH NGHIÊN CỨU</vt:lpstr>
      <vt:lpstr>3. CƠ SỞ LÝ THUYẾT</vt:lpstr>
      <vt:lpstr>4. MÔ TẢ BÀI TOÁN </vt:lpstr>
      <vt:lpstr>5. YÊU CẦU CHỨC NĂNG</vt:lpstr>
      <vt:lpstr>6. YÊU CẦU PHI CHỨC NĂNG</vt:lpstr>
      <vt:lpstr>7. CƠ SỞ DỮ LIỆU</vt:lpstr>
      <vt:lpstr>8. KẾT LUẬN VÀ HƯỚNG PHÁT TRIỂN</vt:lpstr>
      <vt:lpstr>8. KẾT LUẬN VÀ HƯỚNG PHÁT TRIỂN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THIẾT KẾ ỨNG DỤNG WEB PHỤC VỤ TRA CỨU THÔNG TIN THỰC TẬP CỦA SINH VIÊN TẠI TRƯỜNG ĐẠI HỌC TRÀ VINH</dc:title>
  <dc:creator>mymy119224028@outlook.com.vn</dc:creator>
  <cp:lastModifiedBy>Administrator</cp:lastModifiedBy>
  <cp:revision>89</cp:revision>
  <dcterms:created xsi:type="dcterms:W3CDTF">2025-01-08T02:29:00Z</dcterms:created>
  <dcterms:modified xsi:type="dcterms:W3CDTF">2026-01-08T06:50:28Z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D3485303F2F24E7188D33593F0328F52_12</vt:lpwstr>
  </property>
  <property fmtid="{D5CDD505-2E9C-101B-9397-08002B2CF9AE}" pid="3" name="KSOProductBuildVer">
    <vt:lpwstr>1033-12.2.0.23155</vt:lpwstr>
  </property>
</Properties>
</file>