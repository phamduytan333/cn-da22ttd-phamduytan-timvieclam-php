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3"/>
    <p:sldId id="257" r:id="rId4"/>
    <p:sldId id="258" r:id="rId5"/>
    <p:sldId id="259" r:id="rId6"/>
    <p:sldId id="260" r:id="rId7"/>
    <p:sldId id="261" r:id="rId9"/>
    <p:sldId id="262" r:id="rId10"/>
    <p:sldId id="268" r:id="rId11"/>
    <p:sldId id="271" r:id="rId12"/>
    <p:sldId id="269" r:id="rId13"/>
    <p:sldId id="289" r:id="rId14"/>
    <p:sldId id="290" r:id="rId15"/>
    <p:sldId id="263"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F5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snapToGrid="0">
      <p:cViewPr varScale="1">
        <p:scale>
          <a:sx n="84" d="100"/>
          <a:sy n="84" d="100"/>
        </p:scale>
        <p:origin x="658"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notesMaster" Target="notesMasters/notesMaster1.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4_2">
  <dgm:title val=""/>
  <dgm:desc val=""/>
  <dgm:catLst>
    <dgm:cat type="accent4" pri="11200"/>
  </dgm:catLst>
  <dgm:styleLbl name="align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4"/>
    </dgm:fillClrLst>
    <dgm:linClrLst meth="repeat">
      <a:schemeClr val="accent4"/>
    </dgm:linClrLst>
    <dgm:effectClrLst/>
    <dgm:txLinClrLst/>
    <dgm:txFillClrLst/>
    <dgm:txEffectClrLst/>
  </dgm:styleLbl>
  <dgm:styleLbl name="asst0">
    <dgm:fillClrLst meth="repeat">
      <a:schemeClr val="accent4"/>
    </dgm:fillClrLst>
    <dgm:linClrLst meth="repeat">
      <a:schemeClr val="lt1"/>
    </dgm:linClrLst>
    <dgm:effectClrLst/>
    <dgm:txLinClrLst/>
    <dgm:txFillClrLst/>
    <dgm:txEffectClrLst/>
  </dgm:styleLbl>
  <dgm:styleLbl name="asst1">
    <dgm:fillClrLst meth="repeat">
      <a:schemeClr val="accent4"/>
    </dgm:fillClrLst>
    <dgm:linClrLst meth="repeat">
      <a:schemeClr val="lt1"/>
    </dgm:linClrLst>
    <dgm:effectClrLst/>
    <dgm:txLinClrLst/>
    <dgm:txFillClrLst/>
    <dgm:txEffectClrLst/>
  </dgm:styleLbl>
  <dgm:styleLbl name="asst2">
    <dgm:fillClrLst meth="repeat">
      <a:schemeClr val="accent4"/>
    </dgm:fillClrLst>
    <dgm:linClrLst meth="repeat">
      <a:schemeClr val="lt1"/>
    </dgm:linClrLst>
    <dgm:effectClrLst/>
    <dgm:txLinClrLst/>
    <dgm:txFillClrLst/>
    <dgm:txEffectClrLst/>
  </dgm:styleLbl>
  <dgm:styleLbl name="asst3">
    <dgm:fillClrLst meth="repeat">
      <a:schemeClr val="accent4"/>
    </dgm:fillClrLst>
    <dgm:linClrLst meth="repeat">
      <a:schemeClr val="lt1"/>
    </dgm:linClrLst>
    <dgm:effectClrLst/>
    <dgm:txLinClrLst/>
    <dgm:txFillClrLst/>
    <dgm:txEffectClrLst/>
  </dgm:styleLbl>
  <dgm:styleLbl name="asst4">
    <dgm:fillClrLst meth="repeat">
      <a:schemeClr val="accent4"/>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fgImgPlace1">
    <dgm:fillClrLst meth="repeat">
      <a:schemeClr val="accent4">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dgm:txEffectClrLst/>
  </dgm:styleLbl>
  <dgm:styleLbl name="lnNode1">
    <dgm:fillClrLst meth="repeat">
      <a:schemeClr val="accent4"/>
    </dgm:fillClrLst>
    <dgm:linClrLst meth="repeat">
      <a:schemeClr val="lt1"/>
    </dgm:linClrLst>
    <dgm:effectClrLst/>
    <dgm:txLinClrLst/>
    <dgm:txFillClrLst/>
    <dgm:txEffectClrLst/>
  </dgm:styleLbl>
  <dgm:styleLbl name="node0">
    <dgm:fillClrLst meth="repeat">
      <a:schemeClr val="accent4"/>
    </dgm:fillClrLst>
    <dgm:linClrLst meth="repeat">
      <a:schemeClr val="lt1"/>
    </dgm:linClrLst>
    <dgm:effectClrLst/>
    <dgm:txLinClrLst/>
    <dgm:txFillClrLst/>
    <dgm:txEffectClrLst/>
  </dgm:styleLbl>
  <dgm:styleLbl name="node1">
    <dgm:fillClrLst meth="repeat">
      <a:schemeClr val="accent4"/>
    </dgm:fillClrLst>
    <dgm:linClrLst meth="repeat">
      <a:schemeClr val="lt1"/>
    </dgm:linClrLst>
    <dgm:effectClrLst/>
    <dgm:txLinClrLst/>
    <dgm:txFillClrLst/>
    <dgm:txEffectClrLst/>
  </dgm:styleLbl>
  <dgm:styleLbl name="node2">
    <dgm:fillClrLst meth="repeat">
      <a:schemeClr val="accent4"/>
    </dgm:fillClrLst>
    <dgm:linClrLst meth="repeat">
      <a:schemeClr val="lt1"/>
    </dgm:linClrLst>
    <dgm:effectClrLst/>
    <dgm:txLinClrLst/>
    <dgm:txFillClrLst/>
    <dgm:txEffectClrLst/>
  </dgm:styleLbl>
  <dgm:styleLbl name="node3">
    <dgm:fillClrLst meth="repeat">
      <a:schemeClr val="accent4"/>
    </dgm:fillClrLst>
    <dgm:linClrLst meth="repeat">
      <a:schemeClr val="lt1"/>
    </dgm:linClrLst>
    <dgm:effectClrLst/>
    <dgm:txLinClrLst/>
    <dgm:txFillClrLst/>
    <dgm:txEffectClrLst/>
  </dgm:styleLbl>
  <dgm:styleLbl name="node4">
    <dgm:fillClrLst meth="repeat">
      <a:schemeClr val="accent4"/>
    </dgm:fillClrLst>
    <dgm:linClrLst meth="repeat">
      <a:schemeClr val="lt1"/>
    </dgm:linClrLst>
    <dgm:effectClrLst/>
    <dgm:txLinClrLst/>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dgm:fillClrLst>
    <dgm:linClrLst meth="repeat">
      <a:schemeClr val="accent4"/>
    </dgm:linClrLst>
    <dgm:effectClrLst/>
    <dgm:txLinClrLst/>
    <dgm:txFillClrLst meth="repeat">
      <a:schemeClr val="lt1"/>
    </dgm:txFillClrLst>
    <dgm:txEffectClrLst/>
  </dgm:styleLbl>
  <dgm:styleLbl name="parChTrans2D3">
    <dgm:fillClrLst meth="repeat">
      <a:schemeClr val="accent4"/>
    </dgm:fillClrLst>
    <dgm:linClrLst meth="repeat">
      <a:schemeClr val="accent4"/>
    </dgm:linClrLst>
    <dgm:effectClrLst/>
    <dgm:txLinClrLst/>
    <dgm:txFillClrLst meth="repeat">
      <a:schemeClr val="lt1"/>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vennNode1">
    <dgm:fillClrLst meth="repeat">
      <a:schemeClr val="accent4">
        <a:alpha val="50000"/>
      </a:schemeClr>
    </dgm:fillClrLst>
    <dgm:linClrLst meth="repeat">
      <a:schemeClr val="lt1"/>
    </dgm:linClrLst>
    <dgm:effectClrLst/>
    <dgm:txLinClrLst/>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6F336F8D-3BBB-4BF9-8111-F643189B7515}"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077D7CA5-9DF7-427B-A0EE-40D4B24A6A49}">
      <dgm:prSet/>
      <dgm:spPr/>
      <dgm:t>
        <a:bodyPr/>
        <a:lstStyle/>
        <a:p>
          <a:r>
            <a:rPr lang="en-US" dirty="0" err="1"/>
            <a:t>Xây</a:t>
          </a:r>
          <a:r>
            <a:rPr lang="en-US" dirty="0"/>
            <a:t> </a:t>
          </a:r>
          <a:r>
            <a:rPr lang="en-US" dirty="0" err="1"/>
            <a:t>dựng</a:t>
          </a:r>
          <a:r>
            <a:rPr lang="en-US" dirty="0"/>
            <a:t> website </a:t>
          </a:r>
          <a:r>
            <a:rPr lang="en-US" dirty="0" err="1"/>
            <a:t>tìm</a:t>
          </a:r>
          <a:r>
            <a:rPr lang="en-US" dirty="0"/>
            <a:t> </a:t>
          </a:r>
          <a:r>
            <a:rPr lang="en-US" dirty="0" err="1"/>
            <a:t>việc</a:t>
          </a:r>
          <a:r>
            <a:rPr lang="en-US" dirty="0"/>
            <a:t> </a:t>
          </a:r>
          <a:r>
            <a:rPr lang="en-US" dirty="0" err="1"/>
            <a:t>làm</a:t>
          </a:r>
          <a:endParaRPr lang="en-US" dirty="0"/>
        </a:p>
      </dgm:t>
    </dgm:pt>
    <dgm:pt modelId="{6A0B2016-AAF3-436E-9F00-7AA8DE739A3D}" cxnId="{3E8D3E6D-6D29-476E-9D78-36AB059B1869}" type="parTrans">
      <dgm:prSet/>
      <dgm:spPr/>
      <dgm:t>
        <a:bodyPr/>
        <a:lstStyle/>
        <a:p>
          <a:endParaRPr lang="en-US"/>
        </a:p>
      </dgm:t>
    </dgm:pt>
    <dgm:pt modelId="{8606D855-BA17-4174-8C3E-24AF1793DC19}" cxnId="{3E8D3E6D-6D29-476E-9D78-36AB059B1869}" type="sibTrans">
      <dgm:prSet/>
      <dgm:spPr/>
      <dgm:t>
        <a:bodyPr/>
        <a:lstStyle/>
        <a:p>
          <a:endParaRPr lang="en-US"/>
        </a:p>
      </dgm:t>
    </dgm:pt>
    <dgm:pt modelId="{F8A65470-0253-44A1-BD69-1EA323ECB95A}">
      <dgm:prSet/>
      <dgm:spPr/>
      <dgm:t>
        <a:bodyPr/>
        <a:lstStyle/>
        <a:p>
          <a:r>
            <a:rPr lang="en-US" dirty="0" err="1"/>
            <a:t>Giúp</a:t>
          </a:r>
          <a:r>
            <a:rPr lang="en-US" dirty="0"/>
            <a:t> </a:t>
          </a:r>
          <a:r>
            <a:rPr lang="en-US" dirty="0" err="1"/>
            <a:t>ứng</a:t>
          </a:r>
          <a:r>
            <a:rPr lang="en-US" dirty="0"/>
            <a:t> </a:t>
          </a:r>
          <a:r>
            <a:rPr lang="en-US" dirty="0" err="1"/>
            <a:t>viên</a:t>
          </a:r>
          <a:r>
            <a:rPr lang="en-US" dirty="0"/>
            <a:t> </a:t>
          </a:r>
          <a:r>
            <a:rPr lang="en-US" dirty="0" err="1"/>
            <a:t>tìm</a:t>
          </a:r>
          <a:r>
            <a:rPr lang="en-US" dirty="0"/>
            <a:t> </a:t>
          </a:r>
          <a:r>
            <a:rPr lang="en-US" dirty="0" err="1"/>
            <a:t>việc</a:t>
          </a:r>
          <a:r>
            <a:rPr lang="en-US" dirty="0"/>
            <a:t> </a:t>
          </a:r>
          <a:r>
            <a:rPr lang="en-US" dirty="0" err="1"/>
            <a:t>làm</a:t>
          </a:r>
          <a:r>
            <a:rPr lang="en-US" dirty="0"/>
            <a:t> </a:t>
          </a:r>
          <a:r>
            <a:rPr lang="en-US" dirty="0" err="1"/>
            <a:t>nhanh</a:t>
          </a:r>
          <a:r>
            <a:rPr lang="en-US" dirty="0"/>
            <a:t> </a:t>
          </a:r>
          <a:r>
            <a:rPr lang="en-US" dirty="0" err="1"/>
            <a:t>thông</a:t>
          </a:r>
          <a:r>
            <a:rPr lang="en-US" dirty="0"/>
            <a:t> qua </a:t>
          </a:r>
          <a:r>
            <a:rPr lang="en-US" dirty="0" err="1"/>
            <a:t>trang</a:t>
          </a:r>
          <a:r>
            <a:rPr lang="en-US" dirty="0"/>
            <a:t> </a:t>
          </a:r>
          <a:r>
            <a:rPr lang="en-US" dirty="0" err="1"/>
            <a:t>tìm</a:t>
          </a:r>
          <a:r>
            <a:rPr lang="en-US" dirty="0"/>
            <a:t> </a:t>
          </a:r>
          <a:r>
            <a:rPr lang="en-US" dirty="0" err="1"/>
            <a:t>kiếm</a:t>
          </a:r>
          <a:r>
            <a:rPr lang="en-US" dirty="0"/>
            <a:t> </a:t>
          </a:r>
          <a:r>
            <a:rPr lang="en-US" dirty="0" err="1"/>
            <a:t>và</a:t>
          </a:r>
          <a:r>
            <a:rPr lang="en-US" dirty="0"/>
            <a:t> </a:t>
          </a:r>
          <a:r>
            <a:rPr lang="en-US" dirty="0" err="1"/>
            <a:t>botchat</a:t>
          </a:r>
          <a:r>
            <a:rPr lang="en-US" dirty="0"/>
            <a:t> </a:t>
          </a:r>
          <a:r>
            <a:rPr lang="en-US" dirty="0" err="1"/>
            <a:t>hỗ</a:t>
          </a:r>
          <a:r>
            <a:rPr lang="en-US" dirty="0"/>
            <a:t> </a:t>
          </a:r>
          <a:r>
            <a:rPr lang="en-US" dirty="0" err="1"/>
            <a:t>trợ</a:t>
          </a:r>
          <a:r>
            <a:rPr lang="en-US" dirty="0"/>
            <a:t> </a:t>
          </a:r>
          <a:r>
            <a:rPr lang="en-US" dirty="0" err="1"/>
            <a:t>tìm</a:t>
          </a:r>
          <a:r>
            <a:rPr lang="en-US" dirty="0"/>
            <a:t> </a:t>
          </a:r>
          <a:r>
            <a:rPr lang="en-US" dirty="0" err="1"/>
            <a:t>kiếm</a:t>
          </a:r>
          <a:r>
            <a:rPr lang="en-US" dirty="0"/>
            <a:t>.</a:t>
          </a:r>
        </a:p>
      </dgm:t>
    </dgm:pt>
    <dgm:pt modelId="{274EDE2F-B858-4337-B004-35906D867E81}" cxnId="{7F8C113E-48C0-4D1A-BA19-92B6D371C942}" type="parTrans">
      <dgm:prSet/>
      <dgm:spPr/>
      <dgm:t>
        <a:bodyPr/>
        <a:lstStyle/>
        <a:p>
          <a:endParaRPr lang="en-US"/>
        </a:p>
      </dgm:t>
    </dgm:pt>
    <dgm:pt modelId="{D21D039E-2D89-4518-9DAE-36912D14F52D}" cxnId="{7F8C113E-48C0-4D1A-BA19-92B6D371C942}" type="sibTrans">
      <dgm:prSet/>
      <dgm:spPr/>
      <dgm:t>
        <a:bodyPr/>
        <a:lstStyle/>
        <a:p>
          <a:endParaRPr lang="en-US"/>
        </a:p>
      </dgm:t>
    </dgm:pt>
    <dgm:pt modelId="{26A80E06-5539-4391-8B6D-52A3674328FE}">
      <dgm:prSet/>
      <dgm:spPr/>
      <dgm:t>
        <a:bodyPr/>
        <a:lstStyle/>
        <a:p>
          <a:r>
            <a:rPr lang="en-US" dirty="0" err="1"/>
            <a:t>Giúp</a:t>
          </a:r>
          <a:r>
            <a:rPr lang="en-US" dirty="0"/>
            <a:t> </a:t>
          </a:r>
          <a:r>
            <a:rPr lang="en-US" dirty="0" err="1"/>
            <a:t>nhà</a:t>
          </a:r>
          <a:r>
            <a:rPr lang="en-US" dirty="0"/>
            <a:t> </a:t>
          </a:r>
          <a:r>
            <a:rPr lang="en-US" dirty="0" err="1"/>
            <a:t>tuyển</a:t>
          </a:r>
          <a:r>
            <a:rPr lang="en-US" dirty="0"/>
            <a:t> </a:t>
          </a:r>
          <a:r>
            <a:rPr lang="en-US" dirty="0" err="1"/>
            <a:t>dụng</a:t>
          </a:r>
          <a:r>
            <a:rPr lang="en-US" dirty="0"/>
            <a:t> </a:t>
          </a:r>
          <a:r>
            <a:rPr lang="en-US" dirty="0" err="1"/>
            <a:t>đăng</a:t>
          </a:r>
          <a:r>
            <a:rPr lang="en-US" dirty="0"/>
            <a:t> tin </a:t>
          </a:r>
          <a:r>
            <a:rPr lang="en-US" dirty="0" err="1"/>
            <a:t>tuyển</a:t>
          </a:r>
          <a:r>
            <a:rPr lang="en-US" dirty="0"/>
            <a:t> </a:t>
          </a:r>
          <a:r>
            <a:rPr lang="en-US" dirty="0" err="1"/>
            <a:t>dụng</a:t>
          </a:r>
          <a:r>
            <a:rPr lang="en-US" dirty="0"/>
            <a:t> </a:t>
          </a:r>
          <a:r>
            <a:rPr lang="en-US" dirty="0" err="1"/>
            <a:t>và</a:t>
          </a:r>
          <a:r>
            <a:rPr lang="en-US" dirty="0"/>
            <a:t> </a:t>
          </a:r>
          <a:r>
            <a:rPr lang="en-US" dirty="0" err="1"/>
            <a:t>xem</a:t>
          </a:r>
          <a:r>
            <a:rPr lang="en-US" dirty="0"/>
            <a:t> </a:t>
          </a:r>
          <a:r>
            <a:rPr lang="en-US" dirty="0" err="1"/>
            <a:t>hồ</a:t>
          </a:r>
          <a:r>
            <a:rPr lang="en-US" dirty="0"/>
            <a:t> </a:t>
          </a:r>
          <a:r>
            <a:rPr lang="en-US" dirty="0" err="1"/>
            <a:t>sơ</a:t>
          </a:r>
          <a:r>
            <a:rPr lang="en-US" dirty="0"/>
            <a:t> </a:t>
          </a:r>
          <a:r>
            <a:rPr lang="en-US" dirty="0" err="1"/>
            <a:t>ứng</a:t>
          </a:r>
          <a:r>
            <a:rPr lang="en-US" dirty="0"/>
            <a:t> </a:t>
          </a:r>
          <a:r>
            <a:rPr lang="en-US" dirty="0" err="1"/>
            <a:t>tuyển</a:t>
          </a:r>
          <a:r>
            <a:rPr lang="en-US" dirty="0"/>
            <a:t> </a:t>
          </a:r>
          <a:r>
            <a:rPr lang="en-US" dirty="0" err="1"/>
            <a:t>của</a:t>
          </a:r>
          <a:r>
            <a:rPr lang="en-US" dirty="0"/>
            <a:t> </a:t>
          </a:r>
          <a:r>
            <a:rPr lang="en-US" dirty="0" err="1"/>
            <a:t>ứng</a:t>
          </a:r>
          <a:r>
            <a:rPr lang="en-US" dirty="0"/>
            <a:t> </a:t>
          </a:r>
          <a:r>
            <a:rPr lang="en-US" dirty="0" err="1"/>
            <a:t>viên</a:t>
          </a:r>
          <a:r>
            <a:rPr lang="en-US" dirty="0"/>
            <a:t> </a:t>
          </a:r>
          <a:r>
            <a:rPr lang="en-US" dirty="0" err="1"/>
            <a:t>dễ</a:t>
          </a:r>
          <a:r>
            <a:rPr lang="en-US" dirty="0"/>
            <a:t> </a:t>
          </a:r>
          <a:r>
            <a:rPr lang="en-US" dirty="0" err="1"/>
            <a:t>dàng</a:t>
          </a:r>
          <a:r>
            <a:rPr lang="en-US" dirty="0"/>
            <a:t>.</a:t>
          </a:r>
        </a:p>
      </dgm:t>
    </dgm:pt>
    <dgm:pt modelId="{8EF1EBB2-07FF-470F-A17D-0EF32E9D9972}" cxnId="{A54D5A2C-4D91-4448-8B2A-630CE350273A}" type="parTrans">
      <dgm:prSet/>
      <dgm:spPr/>
      <dgm:t>
        <a:bodyPr/>
        <a:lstStyle/>
        <a:p>
          <a:endParaRPr lang="en-US"/>
        </a:p>
      </dgm:t>
    </dgm:pt>
    <dgm:pt modelId="{5B5C5E45-CBB9-47A9-9851-C043B3B83AC5}" cxnId="{A54D5A2C-4D91-4448-8B2A-630CE350273A}" type="sibTrans">
      <dgm:prSet/>
      <dgm:spPr/>
      <dgm:t>
        <a:bodyPr/>
        <a:lstStyle/>
        <a:p>
          <a:endParaRPr lang="en-US"/>
        </a:p>
      </dgm:t>
    </dgm:pt>
    <dgm:pt modelId="{3E09FC00-E061-405B-AC8A-76F7D706026E}">
      <dgm:prSet/>
      <dgm:spPr/>
      <dgm:t>
        <a:bodyPr/>
        <a:lstStyle/>
        <a:p>
          <a:r>
            <a:rPr lang="en-US" dirty="0" err="1"/>
            <a:t>Giúp</a:t>
          </a:r>
          <a:r>
            <a:rPr lang="en-US" dirty="0"/>
            <a:t> </a:t>
          </a:r>
          <a:r>
            <a:rPr lang="en-US" dirty="0" err="1"/>
            <a:t>quản</a:t>
          </a:r>
          <a:r>
            <a:rPr lang="en-US" dirty="0"/>
            <a:t> </a:t>
          </a:r>
          <a:r>
            <a:rPr lang="en-US" dirty="0" err="1"/>
            <a:t>trị</a:t>
          </a:r>
          <a:r>
            <a:rPr lang="en-US" dirty="0"/>
            <a:t> </a:t>
          </a:r>
          <a:r>
            <a:rPr lang="en-US" dirty="0" err="1"/>
            <a:t>viên</a:t>
          </a:r>
          <a:r>
            <a:rPr lang="en-US" dirty="0"/>
            <a:t> </a:t>
          </a:r>
          <a:r>
            <a:rPr lang="en-US" dirty="0" err="1"/>
            <a:t>quản</a:t>
          </a:r>
          <a:r>
            <a:rPr lang="en-US" dirty="0"/>
            <a:t> </a:t>
          </a:r>
          <a:r>
            <a:rPr lang="en-US" dirty="0" err="1"/>
            <a:t>lý</a:t>
          </a:r>
          <a:r>
            <a:rPr lang="en-US" dirty="0"/>
            <a:t> </a:t>
          </a:r>
          <a:r>
            <a:rPr lang="en-US" dirty="0" err="1"/>
            <a:t>người</a:t>
          </a:r>
          <a:r>
            <a:rPr lang="en-US" dirty="0"/>
            <a:t> dung, tin </a:t>
          </a:r>
          <a:r>
            <a:rPr lang="en-US" dirty="0" err="1"/>
            <a:t>tuyển</a:t>
          </a:r>
          <a:r>
            <a:rPr lang="en-US" dirty="0"/>
            <a:t> </a:t>
          </a:r>
          <a:r>
            <a:rPr lang="en-US" dirty="0" err="1"/>
            <a:t>dụng</a:t>
          </a:r>
          <a:r>
            <a:rPr lang="en-US" dirty="0"/>
            <a:t>,… </a:t>
          </a:r>
          <a:r>
            <a:rPr lang="en-US" dirty="0" err="1"/>
            <a:t>dễ</a:t>
          </a:r>
          <a:r>
            <a:rPr lang="en-US" dirty="0"/>
            <a:t> </a:t>
          </a:r>
          <a:r>
            <a:rPr lang="en-US" dirty="0" err="1"/>
            <a:t>dàng</a:t>
          </a:r>
          <a:r>
            <a:rPr lang="en-US" dirty="0"/>
            <a:t>.</a:t>
          </a:r>
        </a:p>
      </dgm:t>
    </dgm:pt>
    <dgm:pt modelId="{4698E84A-DDF7-472E-9E2E-36A38411CDF4}" cxnId="{65C9C354-930A-4292-B7A6-FC6EF2DD3D25}" type="parTrans">
      <dgm:prSet/>
      <dgm:spPr/>
      <dgm:t>
        <a:bodyPr/>
        <a:lstStyle/>
        <a:p>
          <a:endParaRPr lang="en-US"/>
        </a:p>
      </dgm:t>
    </dgm:pt>
    <dgm:pt modelId="{F3347362-B2C2-4B2A-A300-5E6629B41A4B}" cxnId="{65C9C354-930A-4292-B7A6-FC6EF2DD3D25}" type="sibTrans">
      <dgm:prSet/>
      <dgm:spPr/>
      <dgm:t>
        <a:bodyPr/>
        <a:lstStyle/>
        <a:p>
          <a:endParaRPr lang="en-US"/>
        </a:p>
      </dgm:t>
    </dgm:pt>
    <dgm:pt modelId="{F99B7EEB-0DAC-41ED-9512-FE7F092A0753}" type="pres">
      <dgm:prSet presAssocID="{6F336F8D-3BBB-4BF9-8111-F643189B7515}" presName="Name0" presStyleCnt="0">
        <dgm:presLayoutVars>
          <dgm:dir/>
          <dgm:animLvl val="lvl"/>
          <dgm:resizeHandles val="exact"/>
        </dgm:presLayoutVars>
      </dgm:prSet>
      <dgm:spPr/>
    </dgm:pt>
    <dgm:pt modelId="{4AA9F46E-B2D7-482F-B36A-BC53E387626C}" type="pres">
      <dgm:prSet presAssocID="{077D7CA5-9DF7-427B-A0EE-40D4B24A6A49}" presName="composite" presStyleCnt="0"/>
      <dgm:spPr/>
    </dgm:pt>
    <dgm:pt modelId="{FD0D25FB-BF9E-4A09-A02A-8B9CAF6ADC28}" type="pres">
      <dgm:prSet presAssocID="{077D7CA5-9DF7-427B-A0EE-40D4B24A6A49}" presName="parTx" presStyleLbl="alignNode1" presStyleIdx="0" presStyleCnt="1" custLinFactNeighborX="-1418" custLinFactNeighborY="-5485">
        <dgm:presLayoutVars>
          <dgm:chMax val="0"/>
          <dgm:chPref val="0"/>
          <dgm:bulletEnabled val="1"/>
        </dgm:presLayoutVars>
      </dgm:prSet>
      <dgm:spPr/>
    </dgm:pt>
    <dgm:pt modelId="{3203D589-FE61-44F4-9C1C-8A98CB54B880}" type="pres">
      <dgm:prSet presAssocID="{077D7CA5-9DF7-427B-A0EE-40D4B24A6A49}" presName="desTx" presStyleLbl="alignAccFollowNode1" presStyleIdx="0" presStyleCnt="1" custScaleY="96946">
        <dgm:presLayoutVars>
          <dgm:bulletEnabled val="1"/>
        </dgm:presLayoutVars>
      </dgm:prSet>
      <dgm:spPr/>
    </dgm:pt>
  </dgm:ptLst>
  <dgm:cxnLst>
    <dgm:cxn modelId="{E3331E00-6179-4271-9157-BBF0472B7977}" type="presOf" srcId="{3E09FC00-E061-405B-AC8A-76F7D706026E}" destId="{3203D589-FE61-44F4-9C1C-8A98CB54B880}" srcOrd="0" destOrd="2" presId="urn:microsoft.com/office/officeart/2005/8/layout/hList1"/>
    <dgm:cxn modelId="{0BC8F60C-E657-4936-BAC1-593591713BFD}" type="presOf" srcId="{077D7CA5-9DF7-427B-A0EE-40D4B24A6A49}" destId="{FD0D25FB-BF9E-4A09-A02A-8B9CAF6ADC28}" srcOrd="0" destOrd="0" presId="urn:microsoft.com/office/officeart/2005/8/layout/hList1"/>
    <dgm:cxn modelId="{A54D5A2C-4D91-4448-8B2A-630CE350273A}" srcId="{077D7CA5-9DF7-427B-A0EE-40D4B24A6A49}" destId="{26A80E06-5539-4391-8B6D-52A3674328FE}" srcOrd="1" destOrd="0" parTransId="{8EF1EBB2-07FF-470F-A17D-0EF32E9D9972}" sibTransId="{5B5C5E45-CBB9-47A9-9851-C043B3B83AC5}"/>
    <dgm:cxn modelId="{7F8C113E-48C0-4D1A-BA19-92B6D371C942}" srcId="{077D7CA5-9DF7-427B-A0EE-40D4B24A6A49}" destId="{F8A65470-0253-44A1-BD69-1EA323ECB95A}" srcOrd="0" destOrd="0" parTransId="{274EDE2F-B858-4337-B004-35906D867E81}" sibTransId="{D21D039E-2D89-4518-9DAE-36912D14F52D}"/>
    <dgm:cxn modelId="{FF363942-F16D-4D59-8178-0CC65E7695F6}" type="presOf" srcId="{6F336F8D-3BBB-4BF9-8111-F643189B7515}" destId="{F99B7EEB-0DAC-41ED-9512-FE7F092A0753}" srcOrd="0" destOrd="0" presId="urn:microsoft.com/office/officeart/2005/8/layout/hList1"/>
    <dgm:cxn modelId="{3E8D3E6D-6D29-476E-9D78-36AB059B1869}" srcId="{6F336F8D-3BBB-4BF9-8111-F643189B7515}" destId="{077D7CA5-9DF7-427B-A0EE-40D4B24A6A49}" srcOrd="0" destOrd="0" parTransId="{6A0B2016-AAF3-436E-9F00-7AA8DE739A3D}" sibTransId="{8606D855-BA17-4174-8C3E-24AF1793DC19}"/>
    <dgm:cxn modelId="{71DB5E74-52BD-437F-B0C4-9168E4AD0D79}" type="presOf" srcId="{F8A65470-0253-44A1-BD69-1EA323ECB95A}" destId="{3203D589-FE61-44F4-9C1C-8A98CB54B880}" srcOrd="0" destOrd="0" presId="urn:microsoft.com/office/officeart/2005/8/layout/hList1"/>
    <dgm:cxn modelId="{65C9C354-930A-4292-B7A6-FC6EF2DD3D25}" srcId="{077D7CA5-9DF7-427B-A0EE-40D4B24A6A49}" destId="{3E09FC00-E061-405B-AC8A-76F7D706026E}" srcOrd="2" destOrd="0" parTransId="{4698E84A-DDF7-472E-9E2E-36A38411CDF4}" sibTransId="{F3347362-B2C2-4B2A-A300-5E6629B41A4B}"/>
    <dgm:cxn modelId="{7FA1D5FE-9605-498F-947A-AB267AF7CE14}" type="presOf" srcId="{26A80E06-5539-4391-8B6D-52A3674328FE}" destId="{3203D589-FE61-44F4-9C1C-8A98CB54B880}" srcOrd="0" destOrd="1" presId="urn:microsoft.com/office/officeart/2005/8/layout/hList1"/>
    <dgm:cxn modelId="{A3D0F2E7-BF51-44A9-8EB5-E24BF2D57D09}" type="presParOf" srcId="{F99B7EEB-0DAC-41ED-9512-FE7F092A0753}" destId="{4AA9F46E-B2D7-482F-B36A-BC53E387626C}" srcOrd="0" destOrd="0" presId="urn:microsoft.com/office/officeart/2005/8/layout/hList1"/>
    <dgm:cxn modelId="{A0D0EEFA-6B38-4BC3-BECE-260315CED0D7}" type="presParOf" srcId="{4AA9F46E-B2D7-482F-B36A-BC53E387626C}" destId="{FD0D25FB-BF9E-4A09-A02A-8B9CAF6ADC28}" srcOrd="0" destOrd="0" presId="urn:microsoft.com/office/officeart/2005/8/layout/hList1"/>
    <dgm:cxn modelId="{2CF02475-A9A4-4643-9A16-B4488E442911}" type="presParOf" srcId="{4AA9F46E-B2D7-482F-B36A-BC53E387626C}" destId="{3203D589-FE61-44F4-9C1C-8A98CB54B880}"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53A111C-5FE4-4709-8E92-D4D2FC1EFAFA}" type="doc">
      <dgm:prSet loTypeId="urn:microsoft.com/office/officeart/2005/8/layout/hList6" loCatId="list" qsTypeId="urn:microsoft.com/office/officeart/2005/8/quickstyle/simple1" qsCatId="simple" csTypeId="urn:microsoft.com/office/officeart/2005/8/colors/colorful1" csCatId="colorful" phldr="1"/>
      <dgm:spPr/>
      <dgm:t>
        <a:bodyPr/>
        <a:lstStyle/>
        <a:p>
          <a:endParaRPr lang="en-US"/>
        </a:p>
      </dgm:t>
    </dgm:pt>
    <dgm:pt modelId="{B470F0F8-EFF1-4340-B440-8F5F1D354C13}">
      <dgm:prSet phldrT="[Text]" custT="1"/>
      <dgm:spPr/>
      <dgm:t>
        <a:bodyPr/>
        <a:lstStyle/>
        <a:p>
          <a:pPr>
            <a:buNone/>
          </a:pPr>
          <a:r>
            <a:rPr lang="vi-VN" sz="1800" dirty="0">
              <a:latin typeface="+mn-lt"/>
            </a:rPr>
            <a:t>Đối với ứng viên:</a:t>
          </a:r>
          <a:endParaRPr lang="en-US" sz="1800" dirty="0">
            <a:latin typeface="+mn-lt"/>
          </a:endParaRPr>
        </a:p>
      </dgm:t>
    </dgm:pt>
    <dgm:pt modelId="{27943A8C-A1E9-4174-95D7-A50F6CD79CC3}" cxnId="{C03C57D3-9FD6-41A9-8704-E840B67AB905}" type="parTrans">
      <dgm:prSet/>
      <dgm:spPr/>
      <dgm:t>
        <a:bodyPr/>
        <a:lstStyle/>
        <a:p>
          <a:endParaRPr lang="en-US"/>
        </a:p>
      </dgm:t>
    </dgm:pt>
    <dgm:pt modelId="{EB7A4B26-0F01-4928-86CE-A06DC18A96B8}" cxnId="{C03C57D3-9FD6-41A9-8704-E840B67AB905}" type="sibTrans">
      <dgm:prSet/>
      <dgm:spPr/>
      <dgm:t>
        <a:bodyPr/>
        <a:lstStyle/>
        <a:p>
          <a:endParaRPr lang="en-US"/>
        </a:p>
      </dgm:t>
    </dgm:pt>
    <dgm:pt modelId="{2412237A-D76B-47A1-8026-80DDB0B74CC7}">
      <dgm:prSet phldrT="[Text]" custT="1"/>
      <dgm:spPr>
        <a:solidFill>
          <a:schemeClr val="accent1">
            <a:lumMod val="75000"/>
          </a:schemeClr>
        </a:solidFill>
      </dgm:spPr>
      <dgm:t>
        <a:bodyPr/>
        <a:lstStyle/>
        <a:p>
          <a:pPr>
            <a:buNone/>
          </a:pPr>
          <a:r>
            <a:rPr lang="en-US" sz="1800" dirty="0" err="1">
              <a:latin typeface="+mn-lt"/>
            </a:rPr>
            <a:t>Đối</a:t>
          </a:r>
          <a:r>
            <a:rPr lang="en-US" sz="1800" dirty="0">
              <a:latin typeface="+mn-lt"/>
            </a:rPr>
            <a:t> </a:t>
          </a:r>
          <a:r>
            <a:rPr lang="en-US" sz="1800" dirty="0" err="1">
              <a:latin typeface="+mn-lt"/>
            </a:rPr>
            <a:t>với</a:t>
          </a:r>
          <a:r>
            <a:rPr lang="en-US" sz="1800" dirty="0">
              <a:latin typeface="+mn-lt"/>
            </a:rPr>
            <a:t> </a:t>
          </a:r>
          <a:r>
            <a:rPr lang="en-US" sz="1800" dirty="0" err="1">
              <a:latin typeface="+mn-lt"/>
            </a:rPr>
            <a:t>nhà</a:t>
          </a:r>
          <a:r>
            <a:rPr lang="en-US" sz="1800" dirty="0">
              <a:latin typeface="+mn-lt"/>
            </a:rPr>
            <a:t> </a:t>
          </a:r>
          <a:r>
            <a:rPr lang="en-US" sz="1800" dirty="0" err="1">
              <a:latin typeface="+mn-lt"/>
            </a:rPr>
            <a:t>tuyển</a:t>
          </a:r>
          <a:r>
            <a:rPr lang="en-US" sz="1800" dirty="0">
              <a:latin typeface="+mn-lt"/>
            </a:rPr>
            <a:t> </a:t>
          </a:r>
          <a:r>
            <a:rPr lang="en-US" sz="1800" dirty="0" err="1">
              <a:latin typeface="+mn-lt"/>
            </a:rPr>
            <a:t>dụng</a:t>
          </a:r>
          <a:r>
            <a:rPr lang="en-US" sz="1800" dirty="0">
              <a:latin typeface="+mn-lt"/>
            </a:rPr>
            <a:t>:</a:t>
          </a:r>
        </a:p>
      </dgm:t>
    </dgm:pt>
    <dgm:pt modelId="{3752AE24-F9EF-44AC-B358-72F3E7E69477}" cxnId="{A3A9EFC8-6F5F-4506-8661-2D98D5B3CC96}" type="sibTrans">
      <dgm:prSet/>
      <dgm:spPr/>
      <dgm:t>
        <a:bodyPr/>
        <a:lstStyle/>
        <a:p>
          <a:endParaRPr lang="en-US"/>
        </a:p>
      </dgm:t>
    </dgm:pt>
    <dgm:pt modelId="{58CB1EE4-5012-44B5-9480-9C78070E6ECF}" cxnId="{A3A9EFC8-6F5F-4506-8661-2D98D5B3CC96}" type="parTrans">
      <dgm:prSet/>
      <dgm:spPr/>
      <dgm:t>
        <a:bodyPr/>
        <a:lstStyle/>
        <a:p>
          <a:endParaRPr lang="en-US"/>
        </a:p>
      </dgm:t>
    </dgm:pt>
    <dgm:pt modelId="{1E766F77-E867-47EB-8BDC-FEA4074E3B23}">
      <dgm:prSet phldrT="[Text]" custT="1"/>
      <dgm:spPr/>
      <dgm:t>
        <a:bodyPr/>
        <a:lstStyle/>
        <a:p>
          <a:pPr>
            <a:buNone/>
          </a:pPr>
          <a:r>
            <a:rPr lang="vi-VN" sz="1800" dirty="0">
              <a:latin typeface="+mn-lt"/>
            </a:rPr>
            <a:t>Đối với quản trị viên:</a:t>
          </a:r>
          <a:endParaRPr lang="en-US" sz="1800" dirty="0">
            <a:latin typeface="+mn-lt"/>
          </a:endParaRPr>
        </a:p>
      </dgm:t>
    </dgm:pt>
    <dgm:pt modelId="{CA1DB1EA-4EF5-4132-929D-6546065176AE}" cxnId="{50F5D94F-593D-41C5-92A1-6DFFC14DD24A}" type="sibTrans">
      <dgm:prSet/>
      <dgm:spPr/>
      <dgm:t>
        <a:bodyPr/>
        <a:lstStyle/>
        <a:p>
          <a:endParaRPr lang="en-US"/>
        </a:p>
      </dgm:t>
    </dgm:pt>
    <dgm:pt modelId="{31A37D78-72A1-4C1F-B941-41316ADC745C}" cxnId="{50F5D94F-593D-41C5-92A1-6DFFC14DD24A}" type="parTrans">
      <dgm:prSet/>
      <dgm:spPr/>
      <dgm:t>
        <a:bodyPr/>
        <a:lstStyle/>
        <a:p>
          <a:endParaRPr lang="en-US"/>
        </a:p>
      </dgm:t>
    </dgm:pt>
    <dgm:pt modelId="{EA74906E-7C51-4371-BD7A-8C3BD6183974}">
      <dgm:prSet phldrT="[Text]" phldr="0" custT="1"/>
      <dgm:spPr/>
      <dgm:t>
        <a:bodyPr/>
        <a:lstStyle/>
        <a:p>
          <a:pPr>
            <a:buNone/>
          </a:pPr>
          <a:r>
            <a:rPr lang="en-US" sz="1800" dirty="0" err="1">
              <a:latin typeface="+mn-lt"/>
            </a:rPr>
            <a:t>Tính</a:t>
          </a:r>
          <a:r>
            <a:rPr lang="en-US" sz="1800" dirty="0">
              <a:latin typeface="+mn-lt"/>
            </a:rPr>
            <a:t> </a:t>
          </a:r>
          <a:r>
            <a:rPr lang="en-US" sz="1800" dirty="0" err="1">
              <a:latin typeface="+mn-lt"/>
            </a:rPr>
            <a:t>năng</a:t>
          </a:r>
          <a:r>
            <a:rPr lang="en-US" sz="1800" dirty="0">
              <a:latin typeface="+mn-lt"/>
            </a:rPr>
            <a:t> </a:t>
          </a:r>
          <a:r>
            <a:rPr lang="en-US" sz="1800" dirty="0" err="1">
              <a:latin typeface="+mn-lt"/>
            </a:rPr>
            <a:t>hỗ</a:t>
          </a:r>
          <a:r>
            <a:rPr lang="en-US" sz="1800" dirty="0">
              <a:latin typeface="+mn-lt"/>
            </a:rPr>
            <a:t> </a:t>
          </a:r>
          <a:r>
            <a:rPr lang="en-US" sz="1800" dirty="0" err="1">
              <a:latin typeface="+mn-lt"/>
            </a:rPr>
            <a:t>trợ</a:t>
          </a:r>
          <a:r>
            <a:rPr lang="en-US" sz="1800" dirty="0">
              <a:latin typeface="+mn-lt"/>
            </a:rPr>
            <a:t>:</a:t>
          </a:r>
        </a:p>
      </dgm:t>
    </dgm:pt>
    <dgm:pt modelId="{DDBB282E-B1C2-4EFC-BD5A-56F329375951}" cxnId="{236864AD-0EC3-4DD0-A42B-A81C83B66F1C}" type="parTrans">
      <dgm:prSet/>
      <dgm:spPr/>
      <dgm:t>
        <a:bodyPr/>
        <a:lstStyle/>
        <a:p>
          <a:endParaRPr lang="en-US"/>
        </a:p>
      </dgm:t>
    </dgm:pt>
    <dgm:pt modelId="{77CB8552-6499-405E-9D5A-BAD65BA12134}" cxnId="{236864AD-0EC3-4DD0-A42B-A81C83B66F1C}" type="sibTrans">
      <dgm:prSet/>
      <dgm:spPr/>
      <dgm:t>
        <a:bodyPr/>
        <a:lstStyle/>
        <a:p>
          <a:endParaRPr lang="en-US"/>
        </a:p>
      </dgm:t>
    </dgm:pt>
    <dgm:pt modelId="{4440AAF5-8AF7-4E6E-9D43-EA9DC797219F}">
      <dgm:prSet phldrT="[Text]" custT="1"/>
      <dgm:spPr/>
      <dgm:t>
        <a:bodyPr/>
        <a:lstStyle/>
        <a:p>
          <a:pPr>
            <a:buNone/>
          </a:pPr>
          <a:r>
            <a:rPr lang="vi-VN" sz="1600" dirty="0">
              <a:latin typeface="+mn-lt"/>
            </a:rPr>
            <a:t>Dễ dàng tìm kiếm việc làm, nộp CV, theo dõi trạng thái đơn ứng tuyển, xem và cập nhật thông tin tài khoản.</a:t>
          </a:r>
          <a:endParaRPr lang="en-US" sz="1600" dirty="0">
            <a:latin typeface="+mn-lt"/>
          </a:endParaRPr>
        </a:p>
      </dgm:t>
    </dgm:pt>
    <dgm:pt modelId="{A1FC628D-CB2E-417D-8272-9D974876C968}" cxnId="{7FB951EC-3E04-4867-81B7-AF6FB64CF41B}" type="parTrans">
      <dgm:prSet/>
      <dgm:spPr/>
      <dgm:t>
        <a:bodyPr/>
        <a:lstStyle/>
        <a:p>
          <a:endParaRPr lang="en-US"/>
        </a:p>
      </dgm:t>
    </dgm:pt>
    <dgm:pt modelId="{8DED2AB6-A196-4111-A5EE-89F6363A7963}" cxnId="{7FB951EC-3E04-4867-81B7-AF6FB64CF41B}" type="sibTrans">
      <dgm:prSet/>
      <dgm:spPr/>
      <dgm:t>
        <a:bodyPr/>
        <a:lstStyle/>
        <a:p>
          <a:endParaRPr lang="en-US"/>
        </a:p>
      </dgm:t>
    </dgm:pt>
    <dgm:pt modelId="{0C2C56C3-733F-4800-A842-42AFFEFD2BD1}">
      <dgm:prSet phldrT="[Text]"/>
      <dgm:spPr>
        <a:solidFill>
          <a:schemeClr val="accent1">
            <a:lumMod val="75000"/>
          </a:schemeClr>
        </a:solidFill>
      </dgm:spPr>
      <dgm:t>
        <a:bodyPr/>
        <a:lstStyle/>
        <a:p>
          <a:pPr>
            <a:buNone/>
          </a:pPr>
          <a:r>
            <a:rPr lang="en-US" sz="1600" dirty="0" err="1">
              <a:latin typeface="+mn-lt"/>
            </a:rPr>
            <a:t>Đăng</a:t>
          </a:r>
          <a:r>
            <a:rPr lang="en-US" sz="1600" dirty="0">
              <a:latin typeface="+mn-lt"/>
            </a:rPr>
            <a:t> tin </a:t>
          </a:r>
          <a:r>
            <a:rPr lang="en-US" sz="1600" dirty="0" err="1">
              <a:latin typeface="+mn-lt"/>
            </a:rPr>
            <a:t>tuyển</a:t>
          </a:r>
          <a:r>
            <a:rPr lang="en-US" sz="1600" dirty="0">
              <a:latin typeface="+mn-lt"/>
            </a:rPr>
            <a:t> </a:t>
          </a:r>
          <a:r>
            <a:rPr lang="en-US" sz="1600" dirty="0" err="1">
              <a:latin typeface="+mn-lt"/>
            </a:rPr>
            <a:t>dụng</a:t>
          </a:r>
          <a:r>
            <a:rPr lang="en-US" sz="1600" dirty="0">
              <a:latin typeface="+mn-lt"/>
            </a:rPr>
            <a:t> </a:t>
          </a:r>
          <a:r>
            <a:rPr lang="en-US" sz="1600" dirty="0" err="1">
              <a:latin typeface="+mn-lt"/>
            </a:rPr>
            <a:t>nhanh</a:t>
          </a:r>
          <a:r>
            <a:rPr lang="en-US" sz="1600" dirty="0">
              <a:latin typeface="+mn-lt"/>
            </a:rPr>
            <a:t> </a:t>
          </a:r>
          <a:r>
            <a:rPr lang="en-US" sz="1600" dirty="0" err="1">
              <a:latin typeface="+mn-lt"/>
            </a:rPr>
            <a:t>chóng</a:t>
          </a:r>
          <a:r>
            <a:rPr lang="en-US" sz="1600" dirty="0">
              <a:latin typeface="+mn-lt"/>
            </a:rPr>
            <a:t>, </a:t>
          </a:r>
          <a:r>
            <a:rPr lang="en-US" sz="1600" dirty="0" err="1">
              <a:latin typeface="+mn-lt"/>
            </a:rPr>
            <a:t>quản</a:t>
          </a:r>
          <a:r>
            <a:rPr lang="en-US" sz="1600" dirty="0">
              <a:latin typeface="+mn-lt"/>
            </a:rPr>
            <a:t> </a:t>
          </a:r>
          <a:r>
            <a:rPr lang="en-US" sz="1600" dirty="0" err="1">
              <a:latin typeface="+mn-lt"/>
            </a:rPr>
            <a:t>lý</a:t>
          </a:r>
          <a:r>
            <a:rPr lang="en-US" sz="1600" dirty="0">
              <a:latin typeface="+mn-lt"/>
            </a:rPr>
            <a:t> tin </a:t>
          </a:r>
          <a:r>
            <a:rPr lang="en-US" sz="1600" dirty="0" err="1">
              <a:latin typeface="+mn-lt"/>
            </a:rPr>
            <a:t>tuyển</a:t>
          </a:r>
          <a:r>
            <a:rPr lang="en-US" sz="1600" dirty="0">
              <a:latin typeface="+mn-lt"/>
            </a:rPr>
            <a:t> </a:t>
          </a:r>
          <a:r>
            <a:rPr lang="en-US" sz="1600" dirty="0" err="1">
              <a:latin typeface="+mn-lt"/>
            </a:rPr>
            <a:t>dụng</a:t>
          </a:r>
          <a:r>
            <a:rPr lang="en-US" sz="1600" dirty="0">
              <a:latin typeface="+mn-lt"/>
            </a:rPr>
            <a:t>, </a:t>
          </a:r>
          <a:r>
            <a:rPr lang="en-US" sz="1600" dirty="0" err="1">
              <a:latin typeface="+mn-lt"/>
            </a:rPr>
            <a:t>xem</a:t>
          </a:r>
          <a:r>
            <a:rPr lang="en-US" sz="1600" dirty="0">
              <a:latin typeface="+mn-lt"/>
            </a:rPr>
            <a:t> </a:t>
          </a:r>
          <a:r>
            <a:rPr lang="en-US" sz="1600" dirty="0" err="1">
              <a:latin typeface="+mn-lt"/>
            </a:rPr>
            <a:t>danh</a:t>
          </a:r>
          <a:r>
            <a:rPr lang="en-US" sz="1600" dirty="0">
              <a:latin typeface="+mn-lt"/>
            </a:rPr>
            <a:t> </a:t>
          </a:r>
          <a:r>
            <a:rPr lang="en-US" sz="1600" dirty="0" err="1">
              <a:latin typeface="+mn-lt"/>
            </a:rPr>
            <a:t>sách</a:t>
          </a:r>
          <a:r>
            <a:rPr lang="en-US" sz="1600" dirty="0">
              <a:latin typeface="+mn-lt"/>
            </a:rPr>
            <a:t> </a:t>
          </a:r>
          <a:r>
            <a:rPr lang="en-US" sz="1600" dirty="0" err="1">
              <a:latin typeface="+mn-lt"/>
            </a:rPr>
            <a:t>ứng</a:t>
          </a:r>
          <a:r>
            <a:rPr lang="en-US" sz="1600" dirty="0">
              <a:latin typeface="+mn-lt"/>
            </a:rPr>
            <a:t> </a:t>
          </a:r>
          <a:r>
            <a:rPr lang="en-US" sz="1600" dirty="0" err="1">
              <a:latin typeface="+mn-lt"/>
            </a:rPr>
            <a:t>viên</a:t>
          </a:r>
          <a:r>
            <a:rPr lang="en-US" sz="1600" dirty="0">
              <a:latin typeface="+mn-lt"/>
            </a:rPr>
            <a:t>, </a:t>
          </a:r>
          <a:r>
            <a:rPr lang="en-US" sz="1600" dirty="0" err="1">
              <a:latin typeface="+mn-lt"/>
            </a:rPr>
            <a:t>cập</a:t>
          </a:r>
          <a:r>
            <a:rPr lang="en-US" sz="1600" dirty="0">
              <a:latin typeface="+mn-lt"/>
            </a:rPr>
            <a:t> </a:t>
          </a:r>
          <a:r>
            <a:rPr lang="en-US" sz="1600" dirty="0" err="1">
              <a:latin typeface="+mn-lt"/>
            </a:rPr>
            <a:t>nhật</a:t>
          </a:r>
          <a:r>
            <a:rPr lang="en-US" sz="1600" dirty="0">
              <a:latin typeface="+mn-lt"/>
            </a:rPr>
            <a:t> </a:t>
          </a:r>
          <a:r>
            <a:rPr lang="en-US" sz="1600" dirty="0" err="1">
              <a:latin typeface="+mn-lt"/>
            </a:rPr>
            <a:t>trạng</a:t>
          </a:r>
          <a:r>
            <a:rPr lang="en-US" sz="1600" dirty="0">
              <a:latin typeface="+mn-lt"/>
            </a:rPr>
            <a:t> </a:t>
          </a:r>
          <a:r>
            <a:rPr lang="en-US" sz="1600" dirty="0" err="1">
              <a:latin typeface="+mn-lt"/>
            </a:rPr>
            <a:t>thái</a:t>
          </a:r>
          <a:r>
            <a:rPr lang="en-US" sz="1600" dirty="0">
              <a:latin typeface="+mn-lt"/>
            </a:rPr>
            <a:t> </a:t>
          </a:r>
          <a:r>
            <a:rPr lang="en-US" sz="1600" dirty="0" err="1">
              <a:latin typeface="+mn-lt"/>
            </a:rPr>
            <a:t>ứng</a:t>
          </a:r>
          <a:r>
            <a:rPr lang="en-US" sz="1600" dirty="0">
              <a:latin typeface="+mn-lt"/>
            </a:rPr>
            <a:t> </a:t>
          </a:r>
          <a:r>
            <a:rPr lang="en-US" sz="1600" dirty="0" err="1">
              <a:latin typeface="+mn-lt"/>
            </a:rPr>
            <a:t>viên</a:t>
          </a:r>
          <a:r>
            <a:rPr lang="en-US" sz="1600" dirty="0">
              <a:latin typeface="+mn-lt"/>
            </a:rPr>
            <a:t>, </a:t>
          </a:r>
          <a:r>
            <a:rPr lang="en-US" sz="1600" dirty="0" err="1">
              <a:latin typeface="+mn-lt"/>
            </a:rPr>
            <a:t>xem</a:t>
          </a:r>
          <a:r>
            <a:rPr lang="en-US" sz="1600" dirty="0">
              <a:latin typeface="+mn-lt"/>
            </a:rPr>
            <a:t> </a:t>
          </a:r>
          <a:r>
            <a:rPr lang="en-US" sz="1600" dirty="0" err="1">
              <a:latin typeface="+mn-lt"/>
            </a:rPr>
            <a:t>và</a:t>
          </a:r>
          <a:r>
            <a:rPr lang="en-US" sz="1600" dirty="0">
              <a:latin typeface="+mn-lt"/>
            </a:rPr>
            <a:t> </a:t>
          </a:r>
          <a:r>
            <a:rPr lang="en-US" sz="1600" dirty="0" err="1">
              <a:latin typeface="+mn-lt"/>
            </a:rPr>
            <a:t>cập</a:t>
          </a:r>
          <a:r>
            <a:rPr lang="en-US" sz="1600" dirty="0">
              <a:latin typeface="+mn-lt"/>
            </a:rPr>
            <a:t> </a:t>
          </a:r>
          <a:r>
            <a:rPr lang="en-US" sz="1600" dirty="0" err="1">
              <a:latin typeface="+mn-lt"/>
            </a:rPr>
            <a:t>nhật</a:t>
          </a:r>
          <a:r>
            <a:rPr lang="en-US" sz="1600" dirty="0">
              <a:latin typeface="+mn-lt"/>
            </a:rPr>
            <a:t> </a:t>
          </a:r>
          <a:r>
            <a:rPr lang="en-US" sz="1600" dirty="0" err="1">
              <a:latin typeface="+mn-lt"/>
            </a:rPr>
            <a:t>thông</a:t>
          </a:r>
          <a:r>
            <a:rPr lang="en-US" sz="1600" dirty="0">
              <a:latin typeface="+mn-lt"/>
            </a:rPr>
            <a:t> tin </a:t>
          </a:r>
          <a:r>
            <a:rPr lang="en-US" sz="1600" dirty="0" err="1">
              <a:latin typeface="+mn-lt"/>
            </a:rPr>
            <a:t>tài</a:t>
          </a:r>
          <a:r>
            <a:rPr lang="en-US" sz="1600" dirty="0">
              <a:latin typeface="+mn-lt"/>
            </a:rPr>
            <a:t> </a:t>
          </a:r>
          <a:r>
            <a:rPr lang="en-US" sz="1600" dirty="0" err="1">
              <a:latin typeface="+mn-lt"/>
            </a:rPr>
            <a:t>khoản</a:t>
          </a:r>
          <a:r>
            <a:rPr lang="en-US" sz="1600" dirty="0">
              <a:latin typeface="+mn-lt"/>
            </a:rPr>
            <a:t>.</a:t>
          </a:r>
        </a:p>
      </dgm:t>
    </dgm:pt>
    <dgm:pt modelId="{95C5B8E8-1187-49BB-83BA-5033B376B2F4}" cxnId="{06CB00CE-B987-4A8B-B917-41318468515F}" type="parTrans">
      <dgm:prSet/>
      <dgm:spPr/>
      <dgm:t>
        <a:bodyPr/>
        <a:lstStyle/>
        <a:p>
          <a:endParaRPr lang="en-US"/>
        </a:p>
      </dgm:t>
    </dgm:pt>
    <dgm:pt modelId="{61D09133-F4BB-466C-8D6E-CBF1209C2AFF}" cxnId="{06CB00CE-B987-4A8B-B917-41318468515F}" type="sibTrans">
      <dgm:prSet/>
      <dgm:spPr/>
      <dgm:t>
        <a:bodyPr/>
        <a:lstStyle/>
        <a:p>
          <a:endParaRPr lang="en-US"/>
        </a:p>
      </dgm:t>
    </dgm:pt>
    <dgm:pt modelId="{AABA89C5-0535-4FFE-A446-F1EE44B51C29}">
      <dgm:prSet phldrT="[Text]"/>
      <dgm:spPr/>
      <dgm:t>
        <a:bodyPr/>
        <a:lstStyle/>
        <a:p>
          <a:pPr>
            <a:buNone/>
          </a:pPr>
          <a:r>
            <a:rPr lang="vi-VN" sz="1600" dirty="0">
              <a:latin typeface="+mn-lt"/>
            </a:rPr>
            <a:t>Quản lý người dùng, yêu cầu xác minh nhà tuyển dụng, tin tuyển dụng, đơn ứng tuyển, thống kê dữ liệu và danh mục hệ thống.</a:t>
          </a:r>
          <a:endParaRPr lang="en-US" sz="1600" dirty="0">
            <a:latin typeface="+mn-lt"/>
          </a:endParaRPr>
        </a:p>
      </dgm:t>
    </dgm:pt>
    <dgm:pt modelId="{97889298-9CCC-4D1E-91F1-3EEC199520D8}" cxnId="{22067228-BF11-4E86-B6A5-6F604A01FF0D}" type="parTrans">
      <dgm:prSet/>
      <dgm:spPr/>
      <dgm:t>
        <a:bodyPr/>
        <a:lstStyle/>
        <a:p>
          <a:endParaRPr lang="en-US"/>
        </a:p>
      </dgm:t>
    </dgm:pt>
    <dgm:pt modelId="{3DC26AD6-482C-4A7A-BC68-AD9040CCB5FA}" cxnId="{22067228-BF11-4E86-B6A5-6F604A01FF0D}" type="sibTrans">
      <dgm:prSet/>
      <dgm:spPr/>
      <dgm:t>
        <a:bodyPr/>
        <a:lstStyle/>
        <a:p>
          <a:endParaRPr lang="en-US"/>
        </a:p>
      </dgm:t>
    </dgm:pt>
    <dgm:pt modelId="{A19DC125-CFBC-4A40-9771-617E98E74AF1}">
      <dgm:prSet phldrT="[Text]" phldr="0"/>
      <dgm:spPr/>
      <dgm:t>
        <a:bodyPr/>
        <a:lstStyle/>
        <a:p>
          <a:pPr>
            <a:buNone/>
          </a:pPr>
          <a:r>
            <a:rPr lang="en-US" sz="1600" dirty="0" err="1">
              <a:latin typeface="+mn-lt"/>
            </a:rPr>
            <a:t>Tích</a:t>
          </a:r>
          <a:r>
            <a:rPr lang="en-US" sz="1600" dirty="0">
              <a:latin typeface="+mn-lt"/>
            </a:rPr>
            <a:t> </a:t>
          </a:r>
          <a:r>
            <a:rPr lang="en-US" sz="1600" dirty="0" err="1">
              <a:latin typeface="+mn-lt"/>
            </a:rPr>
            <a:t>hợp</a:t>
          </a:r>
          <a:r>
            <a:rPr lang="en-US" sz="1600" dirty="0">
              <a:latin typeface="+mn-lt"/>
            </a:rPr>
            <a:t> bot chat </a:t>
          </a:r>
          <a:r>
            <a:rPr lang="en-US" sz="1600" dirty="0" err="1">
              <a:latin typeface="+mn-lt"/>
            </a:rPr>
            <a:t>hỗ</a:t>
          </a:r>
          <a:r>
            <a:rPr lang="en-US" sz="1600" dirty="0">
              <a:latin typeface="+mn-lt"/>
            </a:rPr>
            <a:t> </a:t>
          </a:r>
          <a:r>
            <a:rPr lang="en-US" sz="1600" dirty="0" err="1">
              <a:latin typeface="+mn-lt"/>
            </a:rPr>
            <a:t>trợ</a:t>
          </a:r>
          <a:r>
            <a:rPr lang="en-US" sz="1600" dirty="0">
              <a:latin typeface="+mn-lt"/>
            </a:rPr>
            <a:t> </a:t>
          </a:r>
          <a:r>
            <a:rPr lang="en-US" sz="1600" dirty="0" err="1">
              <a:latin typeface="+mn-lt"/>
            </a:rPr>
            <a:t>tìm</a:t>
          </a:r>
          <a:r>
            <a:rPr lang="en-US" sz="1600" dirty="0">
              <a:latin typeface="+mn-lt"/>
            </a:rPr>
            <a:t> </a:t>
          </a:r>
          <a:r>
            <a:rPr lang="en-US" sz="1600" dirty="0" err="1">
              <a:latin typeface="+mn-lt"/>
            </a:rPr>
            <a:t>việc</a:t>
          </a:r>
          <a:r>
            <a:rPr lang="en-US" sz="1600" dirty="0">
              <a:latin typeface="+mn-lt"/>
            </a:rPr>
            <a:t> </a:t>
          </a:r>
          <a:r>
            <a:rPr lang="en-US" sz="1600" dirty="0" err="1">
              <a:latin typeface="+mn-lt"/>
            </a:rPr>
            <a:t>làm</a:t>
          </a:r>
          <a:r>
            <a:rPr lang="en-US" sz="1600" dirty="0">
              <a:latin typeface="+mn-lt"/>
            </a:rPr>
            <a:t> </a:t>
          </a:r>
          <a:r>
            <a:rPr lang="en-US" sz="1600" dirty="0" err="1">
              <a:latin typeface="+mn-lt"/>
            </a:rPr>
            <a:t>nhanh</a:t>
          </a:r>
          <a:r>
            <a:rPr lang="en-US" sz="1600" dirty="0">
              <a:latin typeface="+mn-lt"/>
            </a:rPr>
            <a:t> </a:t>
          </a:r>
          <a:r>
            <a:rPr lang="en-US" sz="1600" dirty="0" err="1">
              <a:latin typeface="+mn-lt"/>
            </a:rPr>
            <a:t>chóng</a:t>
          </a:r>
          <a:r>
            <a:rPr lang="en-US" sz="1600" dirty="0">
              <a:latin typeface="+mn-lt"/>
            </a:rPr>
            <a:t> </a:t>
          </a:r>
          <a:r>
            <a:rPr lang="en-US" sz="1600" dirty="0" err="1">
              <a:latin typeface="+mn-lt"/>
            </a:rPr>
            <a:t>và</a:t>
          </a:r>
          <a:r>
            <a:rPr lang="en-US" sz="1600" dirty="0">
              <a:latin typeface="+mn-lt"/>
            </a:rPr>
            <a:t> </a:t>
          </a:r>
          <a:r>
            <a:rPr lang="en-US" sz="1600" dirty="0" err="1">
              <a:latin typeface="+mn-lt"/>
            </a:rPr>
            <a:t>dễ</a:t>
          </a:r>
          <a:r>
            <a:rPr lang="en-US" sz="1600" dirty="0">
              <a:latin typeface="+mn-lt"/>
            </a:rPr>
            <a:t> </a:t>
          </a:r>
          <a:r>
            <a:rPr lang="en-US" sz="1600" dirty="0" err="1">
              <a:latin typeface="+mn-lt"/>
            </a:rPr>
            <a:t>dàng</a:t>
          </a:r>
          <a:r>
            <a:rPr lang="en-US" sz="1600" dirty="0">
              <a:latin typeface="+mn-lt"/>
            </a:rPr>
            <a:t>.</a:t>
          </a:r>
        </a:p>
      </dgm:t>
    </dgm:pt>
    <dgm:pt modelId="{A6431681-7BCE-4E49-BFFD-C51F8719C79E}" cxnId="{24CC871F-B4E4-4CD1-847C-654755582312}" type="parTrans">
      <dgm:prSet/>
      <dgm:spPr/>
      <dgm:t>
        <a:bodyPr/>
        <a:lstStyle/>
        <a:p>
          <a:endParaRPr lang="en-US"/>
        </a:p>
      </dgm:t>
    </dgm:pt>
    <dgm:pt modelId="{6431FB44-D3AF-45AF-9A4B-4655BF82F6CE}" cxnId="{24CC871F-B4E4-4CD1-847C-654755582312}" type="sibTrans">
      <dgm:prSet/>
      <dgm:spPr/>
      <dgm:t>
        <a:bodyPr/>
        <a:lstStyle/>
        <a:p>
          <a:endParaRPr lang="en-US"/>
        </a:p>
      </dgm:t>
    </dgm:pt>
    <dgm:pt modelId="{63E8F285-2DF4-41DC-93B3-A8C3F4E00979}" type="pres">
      <dgm:prSet presAssocID="{053A111C-5FE4-4709-8E92-D4D2FC1EFAFA}" presName="Name0" presStyleCnt="0">
        <dgm:presLayoutVars>
          <dgm:dir/>
          <dgm:resizeHandles val="exact"/>
        </dgm:presLayoutVars>
      </dgm:prSet>
      <dgm:spPr/>
    </dgm:pt>
    <dgm:pt modelId="{71817AA1-FF9D-4FA1-A709-0B2AA99C9060}" type="pres">
      <dgm:prSet presAssocID="{B470F0F8-EFF1-4340-B440-8F5F1D354C13}" presName="node" presStyleLbl="node1" presStyleIdx="0" presStyleCnt="4" custScaleX="2000000" custScaleY="83122">
        <dgm:presLayoutVars>
          <dgm:bulletEnabled val="1"/>
        </dgm:presLayoutVars>
      </dgm:prSet>
      <dgm:spPr/>
    </dgm:pt>
    <dgm:pt modelId="{81F9687D-69D5-4970-B599-D20325B8902C}" type="pres">
      <dgm:prSet presAssocID="{EB7A4B26-0F01-4928-86CE-A06DC18A96B8}" presName="sibTrans" presStyleCnt="0"/>
      <dgm:spPr/>
    </dgm:pt>
    <dgm:pt modelId="{E2DA3A5D-33D4-4FB9-8DF2-D3C74DD0144A}" type="pres">
      <dgm:prSet presAssocID="{2412237A-D76B-47A1-8026-80DDB0B74CC7}" presName="node" presStyleLbl="node1" presStyleIdx="1" presStyleCnt="4" custScaleX="2000000" custScaleY="83122">
        <dgm:presLayoutVars>
          <dgm:bulletEnabled val="1"/>
        </dgm:presLayoutVars>
      </dgm:prSet>
      <dgm:spPr/>
    </dgm:pt>
    <dgm:pt modelId="{0B6FCB26-CBBD-4D0E-B2C2-DB320F4C565E}" type="pres">
      <dgm:prSet presAssocID="{3752AE24-F9EF-44AC-B358-72F3E7E69477}" presName="sibTrans" presStyleCnt="0"/>
      <dgm:spPr/>
    </dgm:pt>
    <dgm:pt modelId="{7762EE70-EDC5-465E-860C-CB752C216C8F}" type="pres">
      <dgm:prSet presAssocID="{1E766F77-E867-47EB-8BDC-FEA4074E3B23}" presName="node" presStyleLbl="node1" presStyleIdx="2" presStyleCnt="4" custScaleX="2000000" custScaleY="83122">
        <dgm:presLayoutVars>
          <dgm:bulletEnabled val="1"/>
        </dgm:presLayoutVars>
      </dgm:prSet>
      <dgm:spPr/>
    </dgm:pt>
    <dgm:pt modelId="{15024AA0-9860-4490-9D73-4C883CB2E8C3}" type="pres">
      <dgm:prSet presAssocID="{CA1DB1EA-4EF5-4132-929D-6546065176AE}" presName="sibTrans" presStyleCnt="0"/>
      <dgm:spPr/>
    </dgm:pt>
    <dgm:pt modelId="{41157816-2DB0-4732-B643-7453AB532C23}" type="pres">
      <dgm:prSet presAssocID="{EA74906E-7C51-4371-BD7A-8C3BD6183974}" presName="node" presStyleLbl="node1" presStyleIdx="3" presStyleCnt="4" custScaleX="2000000" custScaleY="83122">
        <dgm:presLayoutVars>
          <dgm:bulletEnabled val="1"/>
        </dgm:presLayoutVars>
      </dgm:prSet>
      <dgm:spPr/>
    </dgm:pt>
  </dgm:ptLst>
  <dgm:cxnLst>
    <dgm:cxn modelId="{8F34FA1B-641B-4462-93A0-86A885230C7D}" type="presOf" srcId="{4440AAF5-8AF7-4E6E-9D43-EA9DC797219F}" destId="{71817AA1-FF9D-4FA1-A709-0B2AA99C9060}" srcOrd="0" destOrd="1" presId="urn:microsoft.com/office/officeart/2005/8/layout/hList6"/>
    <dgm:cxn modelId="{24CC871F-B4E4-4CD1-847C-654755582312}" srcId="{EA74906E-7C51-4371-BD7A-8C3BD6183974}" destId="{A19DC125-CFBC-4A40-9771-617E98E74AF1}" srcOrd="0" destOrd="0" parTransId="{A6431681-7BCE-4E49-BFFD-C51F8719C79E}" sibTransId="{6431FB44-D3AF-45AF-9A4B-4655BF82F6CE}"/>
    <dgm:cxn modelId="{22067228-BF11-4E86-B6A5-6F604A01FF0D}" srcId="{1E766F77-E867-47EB-8BDC-FEA4074E3B23}" destId="{AABA89C5-0535-4FFE-A446-F1EE44B51C29}" srcOrd="0" destOrd="0" parTransId="{97889298-9CCC-4D1E-91F1-3EEC199520D8}" sibTransId="{3DC26AD6-482C-4A7A-BC68-AD9040CCB5FA}"/>
    <dgm:cxn modelId="{4218564C-CC9E-4832-A665-7A99354A359F}" type="presOf" srcId="{053A111C-5FE4-4709-8E92-D4D2FC1EFAFA}" destId="{63E8F285-2DF4-41DC-93B3-A8C3F4E00979}" srcOrd="0" destOrd="0" presId="urn:microsoft.com/office/officeart/2005/8/layout/hList6"/>
    <dgm:cxn modelId="{50F5D94F-593D-41C5-92A1-6DFFC14DD24A}" srcId="{053A111C-5FE4-4709-8E92-D4D2FC1EFAFA}" destId="{1E766F77-E867-47EB-8BDC-FEA4074E3B23}" srcOrd="2" destOrd="0" parTransId="{31A37D78-72A1-4C1F-B941-41316ADC745C}" sibTransId="{CA1DB1EA-4EF5-4132-929D-6546065176AE}"/>
    <dgm:cxn modelId="{AFAF2877-C56D-41A3-B210-8D5832BACF52}" type="presOf" srcId="{A19DC125-CFBC-4A40-9771-617E98E74AF1}" destId="{41157816-2DB0-4732-B643-7453AB532C23}" srcOrd="0" destOrd="1" presId="urn:microsoft.com/office/officeart/2005/8/layout/hList6"/>
    <dgm:cxn modelId="{19A86759-CE3D-45E9-8150-6D3DFCFD001B}" type="presOf" srcId="{EA74906E-7C51-4371-BD7A-8C3BD6183974}" destId="{41157816-2DB0-4732-B643-7453AB532C23}" srcOrd="0" destOrd="0" presId="urn:microsoft.com/office/officeart/2005/8/layout/hList6"/>
    <dgm:cxn modelId="{5D20E680-D3C9-4D89-827B-57401A060EA0}" type="presOf" srcId="{1E766F77-E867-47EB-8BDC-FEA4074E3B23}" destId="{7762EE70-EDC5-465E-860C-CB752C216C8F}" srcOrd="0" destOrd="0" presId="urn:microsoft.com/office/officeart/2005/8/layout/hList6"/>
    <dgm:cxn modelId="{CC2C5693-025C-4D9C-8C39-6C4A9F169417}" type="presOf" srcId="{B470F0F8-EFF1-4340-B440-8F5F1D354C13}" destId="{71817AA1-FF9D-4FA1-A709-0B2AA99C9060}" srcOrd="0" destOrd="0" presId="urn:microsoft.com/office/officeart/2005/8/layout/hList6"/>
    <dgm:cxn modelId="{3C435196-0C98-4125-832C-3EB4332370C7}" type="presOf" srcId="{AABA89C5-0535-4FFE-A446-F1EE44B51C29}" destId="{7762EE70-EDC5-465E-860C-CB752C216C8F}" srcOrd="0" destOrd="1" presId="urn:microsoft.com/office/officeart/2005/8/layout/hList6"/>
    <dgm:cxn modelId="{236864AD-0EC3-4DD0-A42B-A81C83B66F1C}" srcId="{053A111C-5FE4-4709-8E92-D4D2FC1EFAFA}" destId="{EA74906E-7C51-4371-BD7A-8C3BD6183974}" srcOrd="3" destOrd="0" parTransId="{DDBB282E-B1C2-4EFC-BD5A-56F329375951}" sibTransId="{77CB8552-6499-405E-9D5A-BAD65BA12134}"/>
    <dgm:cxn modelId="{A3A9EFC8-6F5F-4506-8661-2D98D5B3CC96}" srcId="{053A111C-5FE4-4709-8E92-D4D2FC1EFAFA}" destId="{2412237A-D76B-47A1-8026-80DDB0B74CC7}" srcOrd="1" destOrd="0" parTransId="{58CB1EE4-5012-44B5-9480-9C78070E6ECF}" sibTransId="{3752AE24-F9EF-44AC-B358-72F3E7E69477}"/>
    <dgm:cxn modelId="{F62317CD-D2B5-46ED-BE64-823E57EB1F6F}" type="presOf" srcId="{0C2C56C3-733F-4800-A842-42AFFEFD2BD1}" destId="{E2DA3A5D-33D4-4FB9-8DF2-D3C74DD0144A}" srcOrd="0" destOrd="1" presId="urn:microsoft.com/office/officeart/2005/8/layout/hList6"/>
    <dgm:cxn modelId="{06CB00CE-B987-4A8B-B917-41318468515F}" srcId="{2412237A-D76B-47A1-8026-80DDB0B74CC7}" destId="{0C2C56C3-733F-4800-A842-42AFFEFD2BD1}" srcOrd="0" destOrd="0" parTransId="{95C5B8E8-1187-49BB-83BA-5033B376B2F4}" sibTransId="{61D09133-F4BB-466C-8D6E-CBF1209C2AFF}"/>
    <dgm:cxn modelId="{C03C57D3-9FD6-41A9-8704-E840B67AB905}" srcId="{053A111C-5FE4-4709-8E92-D4D2FC1EFAFA}" destId="{B470F0F8-EFF1-4340-B440-8F5F1D354C13}" srcOrd="0" destOrd="0" parTransId="{27943A8C-A1E9-4174-95D7-A50F6CD79CC3}" sibTransId="{EB7A4B26-0F01-4928-86CE-A06DC18A96B8}"/>
    <dgm:cxn modelId="{BA60D4E7-21EC-4885-87E8-4143060B8F5E}" type="presOf" srcId="{2412237A-D76B-47A1-8026-80DDB0B74CC7}" destId="{E2DA3A5D-33D4-4FB9-8DF2-D3C74DD0144A}" srcOrd="0" destOrd="0" presId="urn:microsoft.com/office/officeart/2005/8/layout/hList6"/>
    <dgm:cxn modelId="{7FB951EC-3E04-4867-81B7-AF6FB64CF41B}" srcId="{B470F0F8-EFF1-4340-B440-8F5F1D354C13}" destId="{4440AAF5-8AF7-4E6E-9D43-EA9DC797219F}" srcOrd="0" destOrd="0" parTransId="{A1FC628D-CB2E-417D-8272-9D974876C968}" sibTransId="{8DED2AB6-A196-4111-A5EE-89F6363A7963}"/>
    <dgm:cxn modelId="{EB563113-143C-4D9E-BCB0-7F61362C0072}" type="presParOf" srcId="{63E8F285-2DF4-41DC-93B3-A8C3F4E00979}" destId="{71817AA1-FF9D-4FA1-A709-0B2AA99C9060}" srcOrd="0" destOrd="0" presId="urn:microsoft.com/office/officeart/2005/8/layout/hList6"/>
    <dgm:cxn modelId="{A37A7BDE-4129-4924-9992-F8AA03F4C3DD}" type="presParOf" srcId="{63E8F285-2DF4-41DC-93B3-A8C3F4E00979}" destId="{81F9687D-69D5-4970-B599-D20325B8902C}" srcOrd="1" destOrd="0" presId="urn:microsoft.com/office/officeart/2005/8/layout/hList6"/>
    <dgm:cxn modelId="{954DFACF-58D7-414A-91E3-1E056E83936F}" type="presParOf" srcId="{63E8F285-2DF4-41DC-93B3-A8C3F4E00979}" destId="{E2DA3A5D-33D4-4FB9-8DF2-D3C74DD0144A}" srcOrd="2" destOrd="0" presId="urn:microsoft.com/office/officeart/2005/8/layout/hList6"/>
    <dgm:cxn modelId="{A7F517F4-B42B-49C9-BB13-DF3AD645D59F}" type="presParOf" srcId="{63E8F285-2DF4-41DC-93B3-A8C3F4E00979}" destId="{0B6FCB26-CBBD-4D0E-B2C2-DB320F4C565E}" srcOrd="3" destOrd="0" presId="urn:microsoft.com/office/officeart/2005/8/layout/hList6"/>
    <dgm:cxn modelId="{1D277362-9295-4B8A-8E45-6F9D51872509}" type="presParOf" srcId="{63E8F285-2DF4-41DC-93B3-A8C3F4E00979}" destId="{7762EE70-EDC5-465E-860C-CB752C216C8F}" srcOrd="4" destOrd="0" presId="urn:microsoft.com/office/officeart/2005/8/layout/hList6"/>
    <dgm:cxn modelId="{DEC821C2-007B-402D-B5EC-452E016C6109}" type="presParOf" srcId="{63E8F285-2DF4-41DC-93B3-A8C3F4E00979}" destId="{15024AA0-9860-4490-9D73-4C883CB2E8C3}" srcOrd="5" destOrd="0" presId="urn:microsoft.com/office/officeart/2005/8/layout/hList6"/>
    <dgm:cxn modelId="{9D4879BD-D3F1-407C-9065-906DFCD48318}" type="presParOf" srcId="{63E8F285-2DF4-41DC-93B3-A8C3F4E00979}" destId="{41157816-2DB0-4732-B643-7453AB532C23}" srcOrd="6" destOrd="0" presId="urn:microsoft.com/office/officeart/2005/8/layout/hList6"/>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E1425B1-410E-4AE8-BF3D-1FA87DBC292D}"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A9C8D301-A095-4FF2-B47C-F37EE97C25C6}">
      <dgm:prSet/>
      <dgm:spPr/>
      <dgm:t>
        <a:bodyPr/>
        <a:lstStyle/>
        <a:p>
          <a:r>
            <a:rPr lang="vi-VN" dirty="0"/>
            <a:t>Bối cảnh: Nhu cầu tìm việc làm nhanh chóng, hiệu quả và minh bạch của người lao động Việt Nam ngày càng cao trong bối cảnh thị trường lao động cạnh tranh và chuyển đổi số. </a:t>
          </a:r>
          <a:endParaRPr lang="en-US" dirty="0"/>
        </a:p>
      </dgm:t>
    </dgm:pt>
    <dgm:pt modelId="{9E4D3460-12C8-4445-8817-9E93EFCB34B2}" cxnId="{E6BA2789-5CD9-403A-8BD6-71C6DD2A75AC}" type="parTrans">
      <dgm:prSet/>
      <dgm:spPr/>
      <dgm:t>
        <a:bodyPr/>
        <a:lstStyle/>
        <a:p>
          <a:endParaRPr lang="en-US"/>
        </a:p>
      </dgm:t>
    </dgm:pt>
    <dgm:pt modelId="{ABEF47A0-84B2-4E0F-A4E3-97F313730459}" cxnId="{E6BA2789-5CD9-403A-8BD6-71C6DD2A75AC}" type="sibTrans">
      <dgm:prSet/>
      <dgm:spPr/>
      <dgm:t>
        <a:bodyPr/>
        <a:lstStyle/>
        <a:p>
          <a:endParaRPr lang="en-US"/>
        </a:p>
      </dgm:t>
    </dgm:pt>
    <dgm:pt modelId="{038305F9-1A12-405F-81CB-3021C644FD11}">
      <dgm:prSet/>
      <dgm:spPr/>
      <dgm:t>
        <a:bodyPr/>
        <a:lstStyle/>
        <a:p>
          <a:r>
            <a:rPr lang="vi-VN" dirty="0"/>
            <a:t>Vấn đề: </a:t>
          </a:r>
          <a:r>
            <a:rPr lang="en-US" dirty="0"/>
            <a:t>Các </a:t>
          </a:r>
          <a:r>
            <a:rPr lang="en-US" dirty="0" err="1"/>
            <a:t>nền</a:t>
          </a:r>
          <a:r>
            <a:rPr lang="en-US" dirty="0"/>
            <a:t> </a:t>
          </a:r>
          <a:r>
            <a:rPr lang="en-US" dirty="0" err="1"/>
            <a:t>tảng</a:t>
          </a:r>
          <a:r>
            <a:rPr lang="en-US" dirty="0"/>
            <a:t> </a:t>
          </a:r>
          <a:r>
            <a:rPr lang="en-US" dirty="0" err="1"/>
            <a:t>hiện</a:t>
          </a:r>
          <a:r>
            <a:rPr lang="en-US" dirty="0"/>
            <a:t> </a:t>
          </a:r>
          <a:r>
            <a:rPr lang="en-US" dirty="0" err="1"/>
            <a:t>tại</a:t>
          </a:r>
          <a:r>
            <a:rPr lang="en-US" dirty="0"/>
            <a:t> </a:t>
          </a:r>
          <a:r>
            <a:rPr lang="en-US" dirty="0" err="1"/>
            <a:t>hạn</a:t>
          </a:r>
          <a:r>
            <a:rPr lang="en-US" dirty="0"/>
            <a:t> </a:t>
          </a:r>
          <a:r>
            <a:rPr lang="en-US" dirty="0" err="1"/>
            <a:t>chế</a:t>
          </a:r>
          <a:r>
            <a:rPr lang="en-US" dirty="0"/>
            <a:t> </a:t>
          </a:r>
          <a:r>
            <a:rPr lang="en-US" dirty="0" err="1"/>
            <a:t>về</a:t>
          </a:r>
          <a:r>
            <a:rPr lang="en-US" dirty="0"/>
            <a:t> </a:t>
          </a:r>
          <a:r>
            <a:rPr lang="en-US" dirty="0" err="1"/>
            <a:t>cập</a:t>
          </a:r>
          <a:r>
            <a:rPr lang="en-US" dirty="0"/>
            <a:t> </a:t>
          </a:r>
          <a:r>
            <a:rPr lang="en-US" dirty="0" err="1"/>
            <a:t>nhật</a:t>
          </a:r>
          <a:r>
            <a:rPr lang="en-US" dirty="0"/>
            <a:t> </a:t>
          </a:r>
          <a:r>
            <a:rPr lang="en-US" dirty="0" err="1"/>
            <a:t>thông</a:t>
          </a:r>
          <a:r>
            <a:rPr lang="en-US" dirty="0"/>
            <a:t> tin, </a:t>
          </a:r>
          <a:r>
            <a:rPr lang="en-US" dirty="0" err="1"/>
            <a:t>minh</a:t>
          </a:r>
          <a:r>
            <a:rPr lang="en-US" dirty="0"/>
            <a:t> </a:t>
          </a:r>
          <a:r>
            <a:rPr lang="en-US" dirty="0" err="1"/>
            <a:t>bạch</a:t>
          </a:r>
          <a:r>
            <a:rPr lang="en-US" dirty="0"/>
            <a:t> </a:t>
          </a:r>
          <a:r>
            <a:rPr lang="en-US" dirty="0" err="1"/>
            <a:t>thấp</a:t>
          </a:r>
          <a:r>
            <a:rPr lang="en-US" dirty="0"/>
            <a:t>, </a:t>
          </a:r>
          <a:r>
            <a:rPr lang="en-US" dirty="0" err="1"/>
            <a:t>dễ</a:t>
          </a:r>
          <a:r>
            <a:rPr lang="en-US" dirty="0"/>
            <a:t> </a:t>
          </a:r>
          <a:r>
            <a:rPr lang="en-US" dirty="0" err="1"/>
            <a:t>có</a:t>
          </a:r>
          <a:r>
            <a:rPr lang="en-US" dirty="0"/>
            <a:t> tin </a:t>
          </a:r>
          <a:r>
            <a:rPr lang="en-US" dirty="0" err="1"/>
            <a:t>giả</a:t>
          </a:r>
          <a:r>
            <a:rPr lang="en-US" dirty="0"/>
            <a:t>, </a:t>
          </a:r>
          <a:r>
            <a:rPr lang="en-US" dirty="0" err="1"/>
            <a:t>quy</a:t>
          </a:r>
          <a:r>
            <a:rPr lang="en-US" dirty="0"/>
            <a:t> </a:t>
          </a:r>
          <a:r>
            <a:rPr lang="en-US" dirty="0" err="1"/>
            <a:t>trình</a:t>
          </a:r>
          <a:r>
            <a:rPr lang="en-US" dirty="0"/>
            <a:t> </a:t>
          </a:r>
          <a:r>
            <a:rPr lang="en-US" dirty="0" err="1"/>
            <a:t>ứng</a:t>
          </a:r>
          <a:r>
            <a:rPr lang="en-US" dirty="0"/>
            <a:t> </a:t>
          </a:r>
          <a:r>
            <a:rPr lang="en-US" dirty="0" err="1"/>
            <a:t>tuyển</a:t>
          </a:r>
          <a:r>
            <a:rPr lang="en-US" dirty="0"/>
            <a:t> </a:t>
          </a:r>
          <a:r>
            <a:rPr lang="en-US" dirty="0" err="1"/>
            <a:t>phức</a:t>
          </a:r>
          <a:r>
            <a:rPr lang="en-US" dirty="0"/>
            <a:t> </a:t>
          </a:r>
          <a:r>
            <a:rPr lang="en-US" dirty="0" err="1"/>
            <a:t>tạp</a:t>
          </a:r>
          <a:r>
            <a:rPr lang="en-US" dirty="0"/>
            <a:t>, </a:t>
          </a:r>
          <a:r>
            <a:rPr lang="en-US" dirty="0" err="1"/>
            <a:t>thiếu</a:t>
          </a:r>
          <a:r>
            <a:rPr lang="en-US" dirty="0"/>
            <a:t> </a:t>
          </a:r>
          <a:r>
            <a:rPr lang="en-US" dirty="0" err="1"/>
            <a:t>hỗ</a:t>
          </a:r>
          <a:r>
            <a:rPr lang="en-US" dirty="0"/>
            <a:t> </a:t>
          </a:r>
          <a:r>
            <a:rPr lang="en-US" dirty="0" err="1"/>
            <a:t>trợ</a:t>
          </a:r>
          <a:r>
            <a:rPr lang="en-US" dirty="0"/>
            <a:t> </a:t>
          </a:r>
          <a:r>
            <a:rPr lang="en-US" dirty="0" err="1"/>
            <a:t>quản</a:t>
          </a:r>
          <a:r>
            <a:rPr lang="en-US" dirty="0"/>
            <a:t> </a:t>
          </a:r>
          <a:r>
            <a:rPr lang="en-US" dirty="0" err="1"/>
            <a:t>lý</a:t>
          </a:r>
          <a:r>
            <a:rPr lang="en-US" dirty="0"/>
            <a:t> </a:t>
          </a:r>
          <a:r>
            <a:rPr lang="en-US" dirty="0" err="1"/>
            <a:t>hiệu</a:t>
          </a:r>
          <a:r>
            <a:rPr lang="en-US" dirty="0"/>
            <a:t> </a:t>
          </a:r>
          <a:r>
            <a:rPr lang="en-US" dirty="0" err="1"/>
            <a:t>quả</a:t>
          </a:r>
          <a:r>
            <a:rPr lang="en-US" dirty="0"/>
            <a:t> </a:t>
          </a:r>
          <a:r>
            <a:rPr lang="en-US" dirty="0" err="1"/>
            <a:t>cho</a:t>
          </a:r>
          <a:r>
            <a:rPr lang="en-US" dirty="0"/>
            <a:t> </a:t>
          </a:r>
          <a:r>
            <a:rPr lang="en-US" dirty="0" err="1"/>
            <a:t>ứng</a:t>
          </a:r>
          <a:r>
            <a:rPr lang="en-US" dirty="0"/>
            <a:t> </a:t>
          </a:r>
          <a:r>
            <a:rPr lang="en-US" dirty="0" err="1"/>
            <a:t>viên</a:t>
          </a:r>
          <a:r>
            <a:rPr lang="en-US" dirty="0"/>
            <a:t> </a:t>
          </a:r>
          <a:r>
            <a:rPr lang="en-US" dirty="0" err="1"/>
            <a:t>và</a:t>
          </a:r>
          <a:r>
            <a:rPr lang="en-US" dirty="0"/>
            <a:t> </a:t>
          </a:r>
          <a:r>
            <a:rPr lang="en-US" dirty="0" err="1"/>
            <a:t>nhà</a:t>
          </a:r>
          <a:r>
            <a:rPr lang="en-US" dirty="0"/>
            <a:t> </a:t>
          </a:r>
          <a:r>
            <a:rPr lang="en-US" dirty="0" err="1"/>
            <a:t>tuyển</a:t>
          </a:r>
          <a:r>
            <a:rPr lang="en-US" dirty="0"/>
            <a:t> </a:t>
          </a:r>
          <a:r>
            <a:rPr lang="en-US" dirty="0" err="1"/>
            <a:t>dụng</a:t>
          </a:r>
          <a:r>
            <a:rPr lang="en-US" dirty="0"/>
            <a:t>.</a:t>
          </a:r>
        </a:p>
      </dgm:t>
    </dgm:pt>
    <dgm:pt modelId="{F461AB7B-A42E-45BF-A8A9-8FD140DAB82C}" cxnId="{36FAF62D-7BD4-4C3D-8383-D3D06A2F2017}" type="parTrans">
      <dgm:prSet/>
      <dgm:spPr/>
      <dgm:t>
        <a:bodyPr/>
        <a:lstStyle/>
        <a:p>
          <a:endParaRPr lang="en-US"/>
        </a:p>
      </dgm:t>
    </dgm:pt>
    <dgm:pt modelId="{8AAAA7B7-B4C5-4711-8BF3-B6A712AC7967}" cxnId="{36FAF62D-7BD4-4C3D-8383-D3D06A2F2017}" type="sibTrans">
      <dgm:prSet/>
      <dgm:spPr/>
      <dgm:t>
        <a:bodyPr/>
        <a:lstStyle/>
        <a:p>
          <a:endParaRPr lang="en-US"/>
        </a:p>
      </dgm:t>
    </dgm:pt>
    <dgm:pt modelId="{4BEE1230-EC6C-4478-BC47-20679DECE6AB}">
      <dgm:prSet/>
      <dgm:spPr/>
      <dgm:t>
        <a:bodyPr/>
        <a:lstStyle/>
        <a:p>
          <a:r>
            <a:rPr lang="vi-VN" dirty="0"/>
            <a:t>Mục tiêu:</a:t>
          </a:r>
          <a:r>
            <a:rPr lang="en-US" dirty="0"/>
            <a:t> </a:t>
          </a:r>
          <a:r>
            <a:rPr lang="vi-VN" dirty="0"/>
            <a:t>Xây dựng website tìm việc làm trực tuyến với các chức năng chính: tìm kiếm/ứng tuyển việc làm, quản lý hồ sơ ứng viên &amp; đơn ứng tuyển, quản lý tin tuyển dụng &amp; nhà tuyển dụng, quản lý danh mục hệ thống, vai trò người dùng, quản trị viên, thống kê dữ liệu và bot chat hỗ trợ.</a:t>
          </a:r>
          <a:endParaRPr lang="en-US" dirty="0"/>
        </a:p>
      </dgm:t>
    </dgm:pt>
    <dgm:pt modelId="{63F6F904-198A-4303-A2BD-17F6A35A1820}" cxnId="{45EED08C-24E7-497F-B79C-22B7026B2C5F}" type="parTrans">
      <dgm:prSet/>
      <dgm:spPr/>
      <dgm:t>
        <a:bodyPr/>
        <a:lstStyle/>
        <a:p>
          <a:endParaRPr lang="en-US"/>
        </a:p>
      </dgm:t>
    </dgm:pt>
    <dgm:pt modelId="{477F8DA7-865C-4EA5-9C9A-F2B3DA4C887F}" cxnId="{45EED08C-24E7-497F-B79C-22B7026B2C5F}" type="sibTrans">
      <dgm:prSet/>
      <dgm:spPr/>
      <dgm:t>
        <a:bodyPr/>
        <a:lstStyle/>
        <a:p>
          <a:endParaRPr lang="en-US"/>
        </a:p>
      </dgm:t>
    </dgm:pt>
    <dgm:pt modelId="{EA8CBB7D-132E-4590-B924-D047E20BEFC6}" type="pres">
      <dgm:prSet presAssocID="{1E1425B1-410E-4AE8-BF3D-1FA87DBC292D}" presName="CompostProcess" presStyleCnt="0">
        <dgm:presLayoutVars>
          <dgm:dir/>
          <dgm:resizeHandles val="exact"/>
        </dgm:presLayoutVars>
      </dgm:prSet>
      <dgm:spPr/>
    </dgm:pt>
    <dgm:pt modelId="{3A9D7923-46CD-4FF2-BAF0-E800AD5E48DE}" type="pres">
      <dgm:prSet presAssocID="{1E1425B1-410E-4AE8-BF3D-1FA87DBC292D}" presName="arrow" presStyleLbl="bgShp" presStyleIdx="0" presStyleCnt="1"/>
      <dgm:spPr/>
    </dgm:pt>
    <dgm:pt modelId="{7FC35019-D2FC-4DA7-9178-B734B2CBC3EF}" type="pres">
      <dgm:prSet presAssocID="{1E1425B1-410E-4AE8-BF3D-1FA87DBC292D}" presName="linearProcess" presStyleCnt="0"/>
      <dgm:spPr/>
    </dgm:pt>
    <dgm:pt modelId="{50B411E8-4FB3-498D-ABAB-7178CAF31A55}" type="pres">
      <dgm:prSet presAssocID="{A9C8D301-A095-4FF2-B47C-F37EE97C25C6}" presName="textNode" presStyleLbl="node1" presStyleIdx="0" presStyleCnt="3">
        <dgm:presLayoutVars>
          <dgm:bulletEnabled val="1"/>
        </dgm:presLayoutVars>
      </dgm:prSet>
      <dgm:spPr/>
    </dgm:pt>
    <dgm:pt modelId="{D71CAABC-19FF-4113-A2C7-CEEA066D255D}" type="pres">
      <dgm:prSet presAssocID="{ABEF47A0-84B2-4E0F-A4E3-97F313730459}" presName="sibTrans" presStyleCnt="0"/>
      <dgm:spPr/>
    </dgm:pt>
    <dgm:pt modelId="{2F48A531-A719-419D-BB60-8DA34F443A51}" type="pres">
      <dgm:prSet presAssocID="{038305F9-1A12-405F-81CB-3021C644FD11}" presName="textNode" presStyleLbl="node1" presStyleIdx="1" presStyleCnt="3">
        <dgm:presLayoutVars>
          <dgm:bulletEnabled val="1"/>
        </dgm:presLayoutVars>
      </dgm:prSet>
      <dgm:spPr/>
    </dgm:pt>
    <dgm:pt modelId="{CA6ADCBE-58F7-4288-91A9-689BE5B1B26D}" type="pres">
      <dgm:prSet presAssocID="{8AAAA7B7-B4C5-4711-8BF3-B6A712AC7967}" presName="sibTrans" presStyleCnt="0"/>
      <dgm:spPr/>
    </dgm:pt>
    <dgm:pt modelId="{5C4B3525-FF6E-4C09-8996-747A585601BA}" type="pres">
      <dgm:prSet presAssocID="{4BEE1230-EC6C-4478-BC47-20679DECE6AB}" presName="textNode" presStyleLbl="node1" presStyleIdx="2" presStyleCnt="3">
        <dgm:presLayoutVars>
          <dgm:bulletEnabled val="1"/>
        </dgm:presLayoutVars>
      </dgm:prSet>
      <dgm:spPr/>
    </dgm:pt>
  </dgm:ptLst>
  <dgm:cxnLst>
    <dgm:cxn modelId="{07E4C028-1A42-428C-92B3-5D02C5369BA6}" type="presOf" srcId="{038305F9-1A12-405F-81CB-3021C644FD11}" destId="{2F48A531-A719-419D-BB60-8DA34F443A51}" srcOrd="0" destOrd="0" presId="urn:microsoft.com/office/officeart/2005/8/layout/hProcess9"/>
    <dgm:cxn modelId="{36FAF62D-7BD4-4C3D-8383-D3D06A2F2017}" srcId="{1E1425B1-410E-4AE8-BF3D-1FA87DBC292D}" destId="{038305F9-1A12-405F-81CB-3021C644FD11}" srcOrd="1" destOrd="0" parTransId="{F461AB7B-A42E-45BF-A8A9-8FD140DAB82C}" sibTransId="{8AAAA7B7-B4C5-4711-8BF3-B6A712AC7967}"/>
    <dgm:cxn modelId="{DE737E3D-C597-457A-87B6-682A61A094AF}" type="presOf" srcId="{4BEE1230-EC6C-4478-BC47-20679DECE6AB}" destId="{5C4B3525-FF6E-4C09-8996-747A585601BA}" srcOrd="0" destOrd="0" presId="urn:microsoft.com/office/officeart/2005/8/layout/hProcess9"/>
    <dgm:cxn modelId="{A4D30785-3667-4F77-A03C-48ECED72F53C}" type="presOf" srcId="{A9C8D301-A095-4FF2-B47C-F37EE97C25C6}" destId="{50B411E8-4FB3-498D-ABAB-7178CAF31A55}" srcOrd="0" destOrd="0" presId="urn:microsoft.com/office/officeart/2005/8/layout/hProcess9"/>
    <dgm:cxn modelId="{E6BA2789-5CD9-403A-8BD6-71C6DD2A75AC}" srcId="{1E1425B1-410E-4AE8-BF3D-1FA87DBC292D}" destId="{A9C8D301-A095-4FF2-B47C-F37EE97C25C6}" srcOrd="0" destOrd="0" parTransId="{9E4D3460-12C8-4445-8817-9E93EFCB34B2}" sibTransId="{ABEF47A0-84B2-4E0F-A4E3-97F313730459}"/>
    <dgm:cxn modelId="{45EED08C-24E7-497F-B79C-22B7026B2C5F}" srcId="{1E1425B1-410E-4AE8-BF3D-1FA87DBC292D}" destId="{4BEE1230-EC6C-4478-BC47-20679DECE6AB}" srcOrd="2" destOrd="0" parTransId="{63F6F904-198A-4303-A2BD-17F6A35A1820}" sibTransId="{477F8DA7-865C-4EA5-9C9A-F2B3DA4C887F}"/>
    <dgm:cxn modelId="{9232E8B7-8559-4FE7-BFC3-6351ED1A4655}" type="presOf" srcId="{1E1425B1-410E-4AE8-BF3D-1FA87DBC292D}" destId="{EA8CBB7D-132E-4590-B924-D047E20BEFC6}" srcOrd="0" destOrd="0" presId="urn:microsoft.com/office/officeart/2005/8/layout/hProcess9"/>
    <dgm:cxn modelId="{576FB13A-486F-4C50-B238-2B4A064B47DE}" type="presParOf" srcId="{EA8CBB7D-132E-4590-B924-D047E20BEFC6}" destId="{3A9D7923-46CD-4FF2-BAF0-E800AD5E48DE}" srcOrd="0" destOrd="0" presId="urn:microsoft.com/office/officeart/2005/8/layout/hProcess9"/>
    <dgm:cxn modelId="{5DA7A5FA-D4B7-423D-884D-BD589ED0F2E3}" type="presParOf" srcId="{EA8CBB7D-132E-4590-B924-D047E20BEFC6}" destId="{7FC35019-D2FC-4DA7-9178-B734B2CBC3EF}" srcOrd="1" destOrd="0" presId="urn:microsoft.com/office/officeart/2005/8/layout/hProcess9"/>
    <dgm:cxn modelId="{603ADB96-4109-4DA6-9B12-901F4AC94805}" type="presParOf" srcId="{7FC35019-D2FC-4DA7-9178-B734B2CBC3EF}" destId="{50B411E8-4FB3-498D-ABAB-7178CAF31A55}" srcOrd="0" destOrd="0" presId="urn:microsoft.com/office/officeart/2005/8/layout/hProcess9"/>
    <dgm:cxn modelId="{5E1C00EB-1FE8-482F-957E-48ADE7A7E8E8}" type="presParOf" srcId="{7FC35019-D2FC-4DA7-9178-B734B2CBC3EF}" destId="{D71CAABC-19FF-4113-A2C7-CEEA066D255D}" srcOrd="1" destOrd="0" presId="urn:microsoft.com/office/officeart/2005/8/layout/hProcess9"/>
    <dgm:cxn modelId="{DEE5897F-4DFE-4DE2-8BEB-DBCDE5F84E18}" type="presParOf" srcId="{7FC35019-D2FC-4DA7-9178-B734B2CBC3EF}" destId="{2F48A531-A719-419D-BB60-8DA34F443A51}" srcOrd="2" destOrd="0" presId="urn:microsoft.com/office/officeart/2005/8/layout/hProcess9"/>
    <dgm:cxn modelId="{6D6EF235-723C-449D-A2C8-33A48A81EC88}" type="presParOf" srcId="{7FC35019-D2FC-4DA7-9178-B734B2CBC3EF}" destId="{CA6ADCBE-58F7-4288-91A9-689BE5B1B26D}" srcOrd="3" destOrd="0" presId="urn:microsoft.com/office/officeart/2005/8/layout/hProcess9"/>
    <dgm:cxn modelId="{5FB422C5-C894-4871-B7ED-83FFF0F3B39F}" type="presParOf" srcId="{7FC35019-D2FC-4DA7-9178-B734B2CBC3EF}" destId="{5C4B3525-FF6E-4C09-8996-747A585601BA}" srcOrd="4"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D34DBC0-0EFB-49AD-98FE-5CBD4335B456}" type="doc">
      <dgm:prSet loTypeId="urn:microsoft.com/office/officeart/2005/8/layout/bProcess4" loCatId="process" qsTypeId="urn:microsoft.com/office/officeart/2005/8/quickstyle/simple1" qsCatId="simple" csTypeId="urn:microsoft.com/office/officeart/2005/8/colors/accent4_2" csCatId="accent4" phldr="1"/>
      <dgm:spPr/>
      <dgm:t>
        <a:bodyPr/>
        <a:lstStyle/>
        <a:p>
          <a:endParaRPr lang="en-US"/>
        </a:p>
      </dgm:t>
    </dgm:pt>
    <dgm:pt modelId="{A6374067-2217-4698-9611-D58FE972E33E}">
      <dgm:prSet custT="1"/>
      <dgm:spPr/>
      <dgm:t>
        <a:bodyPr/>
        <a:lstStyle/>
        <a:p>
          <a:r>
            <a:rPr lang="vi-VN" sz="1600" dirty="0"/>
            <a:t>Đăng ký tài khoản</a:t>
          </a:r>
          <a:endParaRPr lang="en-US" sz="1600" dirty="0"/>
        </a:p>
      </dgm:t>
    </dgm:pt>
    <dgm:pt modelId="{1EF44C17-A970-4ED8-B1AF-2359DE84A9D2}" cxnId="{2BB0FC26-5BDB-4CBC-A05C-DE3B4FABEB87}" type="parTrans">
      <dgm:prSet/>
      <dgm:spPr/>
      <dgm:t>
        <a:bodyPr/>
        <a:lstStyle/>
        <a:p>
          <a:endParaRPr lang="en-US"/>
        </a:p>
      </dgm:t>
    </dgm:pt>
    <dgm:pt modelId="{631960E4-9813-4174-A9BD-25742EE8D627}" cxnId="{2BB0FC26-5BDB-4CBC-A05C-DE3B4FABEB87}" type="sibTrans">
      <dgm:prSet/>
      <dgm:spPr/>
      <dgm:t>
        <a:bodyPr/>
        <a:lstStyle/>
        <a:p>
          <a:endParaRPr lang="en-US"/>
        </a:p>
      </dgm:t>
    </dgm:pt>
    <dgm:pt modelId="{A205DA9E-7357-4D49-9F51-9F7714678141}">
      <dgm:prSet custT="1"/>
      <dgm:spPr/>
      <dgm:t>
        <a:bodyPr/>
        <a:lstStyle/>
        <a:p>
          <a:r>
            <a:rPr lang="vi-VN" sz="1600" dirty="0"/>
            <a:t>Đăng nhập/đăng xuất</a:t>
          </a:r>
          <a:endParaRPr lang="en-US" sz="1600" dirty="0"/>
        </a:p>
      </dgm:t>
    </dgm:pt>
    <dgm:pt modelId="{EF96FDB8-4512-4D70-A629-091BA59030DC}" cxnId="{341C8D98-4208-48F8-A178-DEC5EF150F43}" type="parTrans">
      <dgm:prSet/>
      <dgm:spPr/>
      <dgm:t>
        <a:bodyPr/>
        <a:lstStyle/>
        <a:p>
          <a:endParaRPr lang="en-US"/>
        </a:p>
      </dgm:t>
    </dgm:pt>
    <dgm:pt modelId="{41706BC6-3A36-479B-8681-6CBC66B93338}" cxnId="{341C8D98-4208-48F8-A178-DEC5EF150F43}" type="sibTrans">
      <dgm:prSet/>
      <dgm:spPr/>
      <dgm:t>
        <a:bodyPr/>
        <a:lstStyle/>
        <a:p>
          <a:endParaRPr lang="en-US"/>
        </a:p>
      </dgm:t>
    </dgm:pt>
    <dgm:pt modelId="{7615015A-52CF-431B-9DBA-EF60DCDCF68C}">
      <dgm:prSet custT="1"/>
      <dgm:spPr/>
      <dgm:t>
        <a:bodyPr/>
        <a:lstStyle/>
        <a:p>
          <a:r>
            <a:rPr lang="vi-VN" sz="1600" dirty="0"/>
            <a:t>Tìm kiếm việc làm</a:t>
          </a:r>
          <a:endParaRPr lang="en-US" sz="1600" dirty="0"/>
        </a:p>
      </dgm:t>
    </dgm:pt>
    <dgm:pt modelId="{779DE81C-2FB6-4286-AC4F-611C74BEF300}" cxnId="{5243550A-A671-417B-A9ED-5EC448A46D15}" type="parTrans">
      <dgm:prSet/>
      <dgm:spPr/>
      <dgm:t>
        <a:bodyPr/>
        <a:lstStyle/>
        <a:p>
          <a:endParaRPr lang="en-US"/>
        </a:p>
      </dgm:t>
    </dgm:pt>
    <dgm:pt modelId="{A87C732B-3D5E-491A-B17C-79421D123E05}" cxnId="{5243550A-A671-417B-A9ED-5EC448A46D15}" type="sibTrans">
      <dgm:prSet/>
      <dgm:spPr/>
      <dgm:t>
        <a:bodyPr/>
        <a:lstStyle/>
        <a:p>
          <a:endParaRPr lang="en-US"/>
        </a:p>
      </dgm:t>
    </dgm:pt>
    <dgm:pt modelId="{83E95FE2-E088-4DD5-A95C-F134E22D4897}">
      <dgm:prSet custT="1"/>
      <dgm:spPr/>
      <dgm:t>
        <a:bodyPr/>
        <a:lstStyle/>
        <a:p>
          <a:r>
            <a:rPr lang="vi-VN" sz="1600" dirty="0"/>
            <a:t>Lọc việc làm nâng cao</a:t>
          </a:r>
          <a:endParaRPr lang="en-US" sz="1600" dirty="0"/>
        </a:p>
      </dgm:t>
    </dgm:pt>
    <dgm:pt modelId="{71A4190B-1B13-4ED7-A37E-971E955B98D1}" cxnId="{902BE00E-C485-4865-876C-1385C6CDBEE4}" type="parTrans">
      <dgm:prSet/>
      <dgm:spPr/>
      <dgm:t>
        <a:bodyPr/>
        <a:lstStyle/>
        <a:p>
          <a:endParaRPr lang="en-US"/>
        </a:p>
      </dgm:t>
    </dgm:pt>
    <dgm:pt modelId="{B4C53B3A-9868-4143-8BA8-7310E55C68C7}" cxnId="{902BE00E-C485-4865-876C-1385C6CDBEE4}" type="sibTrans">
      <dgm:prSet/>
      <dgm:spPr/>
      <dgm:t>
        <a:bodyPr/>
        <a:lstStyle/>
        <a:p>
          <a:endParaRPr lang="en-US"/>
        </a:p>
      </dgm:t>
    </dgm:pt>
    <dgm:pt modelId="{57E5A3BA-9EFE-48AA-9F9B-CDC3B3108335}">
      <dgm:prSet custT="1"/>
      <dgm:spPr/>
      <dgm:t>
        <a:bodyPr/>
        <a:lstStyle/>
        <a:p>
          <a:r>
            <a:rPr lang="vi-VN" sz="1600" dirty="0"/>
            <a:t>Xem chi tiết tin tuyển dụng</a:t>
          </a:r>
          <a:endParaRPr lang="en-US" sz="1600" dirty="0"/>
        </a:p>
      </dgm:t>
    </dgm:pt>
    <dgm:pt modelId="{453ABFE9-A308-4C32-80E9-47B6B6D6534B}" cxnId="{4F10FDBF-402F-469C-9B95-0FB66B637144}" type="parTrans">
      <dgm:prSet/>
      <dgm:spPr/>
      <dgm:t>
        <a:bodyPr/>
        <a:lstStyle/>
        <a:p>
          <a:endParaRPr lang="en-US"/>
        </a:p>
      </dgm:t>
    </dgm:pt>
    <dgm:pt modelId="{5AAEB258-42A1-412C-B891-8823D8A66662}" cxnId="{4F10FDBF-402F-469C-9B95-0FB66B637144}" type="sibTrans">
      <dgm:prSet/>
      <dgm:spPr/>
      <dgm:t>
        <a:bodyPr/>
        <a:lstStyle/>
        <a:p>
          <a:endParaRPr lang="en-US"/>
        </a:p>
      </dgm:t>
    </dgm:pt>
    <dgm:pt modelId="{DF7BA781-FE94-4133-9099-1FDF779E1DB3}">
      <dgm:prSet custT="1"/>
      <dgm:spPr/>
      <dgm:t>
        <a:bodyPr/>
        <a:lstStyle/>
        <a:p>
          <a:r>
            <a:rPr lang="vi-VN" sz="1600" dirty="0"/>
            <a:t>Ứng tuyển việc làm</a:t>
          </a:r>
          <a:endParaRPr lang="en-US" sz="1600" dirty="0"/>
        </a:p>
      </dgm:t>
    </dgm:pt>
    <dgm:pt modelId="{E3AC65FA-344F-4997-9F3F-E16DDB899B71}" cxnId="{2353919B-7D7F-4B38-A25A-D18C1F8E75F6}" type="parTrans">
      <dgm:prSet/>
      <dgm:spPr/>
      <dgm:t>
        <a:bodyPr/>
        <a:lstStyle/>
        <a:p>
          <a:endParaRPr lang="en-US"/>
        </a:p>
      </dgm:t>
    </dgm:pt>
    <dgm:pt modelId="{7B2AC848-8B4B-4E61-A269-5D82533B09FF}" cxnId="{2353919B-7D7F-4B38-A25A-D18C1F8E75F6}" type="sibTrans">
      <dgm:prSet/>
      <dgm:spPr/>
      <dgm:t>
        <a:bodyPr/>
        <a:lstStyle/>
        <a:p>
          <a:endParaRPr lang="en-US"/>
        </a:p>
      </dgm:t>
    </dgm:pt>
    <dgm:pt modelId="{8BBF4AA3-A31B-467B-A0B6-A5CF70B7C68D}">
      <dgm:prSet custT="1"/>
      <dgm:spPr/>
      <dgm:t>
        <a:bodyPr/>
        <a:lstStyle/>
        <a:p>
          <a:r>
            <a:rPr lang="vi-VN" sz="1600" dirty="0"/>
            <a:t>Đăng tin tuyển dụng</a:t>
          </a:r>
          <a:endParaRPr lang="en-US" sz="1600" dirty="0"/>
        </a:p>
      </dgm:t>
    </dgm:pt>
    <dgm:pt modelId="{9A67E83C-0A46-4432-A33B-9DB333C3F6E7}" cxnId="{C3FE9F01-5A77-4919-A1A1-EE0C5704196F}" type="parTrans">
      <dgm:prSet/>
      <dgm:spPr/>
      <dgm:t>
        <a:bodyPr/>
        <a:lstStyle/>
        <a:p>
          <a:endParaRPr lang="en-US"/>
        </a:p>
      </dgm:t>
    </dgm:pt>
    <dgm:pt modelId="{9483B9A5-2BE9-4318-B361-2BC827041474}" cxnId="{C3FE9F01-5A77-4919-A1A1-EE0C5704196F}" type="sibTrans">
      <dgm:prSet/>
      <dgm:spPr/>
      <dgm:t>
        <a:bodyPr/>
        <a:lstStyle/>
        <a:p>
          <a:endParaRPr lang="en-US"/>
        </a:p>
      </dgm:t>
    </dgm:pt>
    <dgm:pt modelId="{9B84693D-3DFD-4D13-823B-B83286ECE329}">
      <dgm:prSet custT="1"/>
      <dgm:spPr/>
      <dgm:t>
        <a:bodyPr/>
        <a:lstStyle/>
        <a:p>
          <a:r>
            <a:rPr lang="vi-VN" sz="1600" dirty="0"/>
            <a:t>Quản lý tin tuyển dụng</a:t>
          </a:r>
          <a:endParaRPr lang="en-US" sz="1600" dirty="0"/>
        </a:p>
      </dgm:t>
    </dgm:pt>
    <dgm:pt modelId="{BA297F34-EBE8-42E7-ACEF-AB1F31D194CB}" cxnId="{5455408E-B824-4543-827B-F10CF8255ECF}" type="parTrans">
      <dgm:prSet/>
      <dgm:spPr/>
      <dgm:t>
        <a:bodyPr/>
        <a:lstStyle/>
        <a:p>
          <a:endParaRPr lang="en-US"/>
        </a:p>
      </dgm:t>
    </dgm:pt>
    <dgm:pt modelId="{FEE1365F-C07A-4CFD-95ED-EE1FFC2133A5}" cxnId="{5455408E-B824-4543-827B-F10CF8255ECF}" type="sibTrans">
      <dgm:prSet/>
      <dgm:spPr/>
      <dgm:t>
        <a:bodyPr/>
        <a:lstStyle/>
        <a:p>
          <a:endParaRPr lang="en-US"/>
        </a:p>
      </dgm:t>
    </dgm:pt>
    <dgm:pt modelId="{FDD0F078-60F8-40A7-8AD4-45C17B5BB363}">
      <dgm:prSet custT="1"/>
      <dgm:spPr/>
      <dgm:t>
        <a:bodyPr/>
        <a:lstStyle/>
        <a:p>
          <a:r>
            <a:rPr lang="vi-VN" sz="1600" dirty="0"/>
            <a:t>Quản lý đơn ứng tuyển</a:t>
          </a:r>
          <a:endParaRPr lang="en-US" sz="1600" dirty="0"/>
        </a:p>
      </dgm:t>
    </dgm:pt>
    <dgm:pt modelId="{B3445FC5-B22F-4C82-99EB-4410BAFB8541}" cxnId="{F57B5C2D-FCBB-42EE-88B0-A5135F4E13E0}" type="parTrans">
      <dgm:prSet/>
      <dgm:spPr/>
      <dgm:t>
        <a:bodyPr/>
        <a:lstStyle/>
        <a:p>
          <a:endParaRPr lang="en-US"/>
        </a:p>
      </dgm:t>
    </dgm:pt>
    <dgm:pt modelId="{55A310CC-7980-478C-A697-CC81FA50D194}" cxnId="{F57B5C2D-FCBB-42EE-88B0-A5135F4E13E0}" type="sibTrans">
      <dgm:prSet/>
      <dgm:spPr/>
      <dgm:t>
        <a:bodyPr/>
        <a:lstStyle/>
        <a:p>
          <a:endParaRPr lang="en-US"/>
        </a:p>
      </dgm:t>
    </dgm:pt>
    <dgm:pt modelId="{AE783C00-FFFA-4DA9-A0D1-06909C77863A}">
      <dgm:prSet custT="1"/>
      <dgm:spPr/>
      <dgm:t>
        <a:bodyPr/>
        <a:lstStyle/>
        <a:p>
          <a:r>
            <a:rPr lang="vi-VN" sz="1600" dirty="0"/>
            <a:t>Quản lý hồ sơ cá nhân</a:t>
          </a:r>
          <a:endParaRPr lang="en-US" sz="1600" dirty="0"/>
        </a:p>
      </dgm:t>
    </dgm:pt>
    <dgm:pt modelId="{97AA70BE-491E-4958-B8C4-CA24C3A3415E}" cxnId="{ADF47EFC-C79A-488C-AB95-B79AD140CB30}" type="parTrans">
      <dgm:prSet/>
      <dgm:spPr/>
      <dgm:t>
        <a:bodyPr/>
        <a:lstStyle/>
        <a:p>
          <a:endParaRPr lang="en-US"/>
        </a:p>
      </dgm:t>
    </dgm:pt>
    <dgm:pt modelId="{24709F47-60DE-469A-AD2C-DE7327958B48}" cxnId="{ADF47EFC-C79A-488C-AB95-B79AD140CB30}" type="sibTrans">
      <dgm:prSet/>
      <dgm:spPr/>
      <dgm:t>
        <a:bodyPr/>
        <a:lstStyle/>
        <a:p>
          <a:endParaRPr lang="en-US"/>
        </a:p>
      </dgm:t>
    </dgm:pt>
    <dgm:pt modelId="{A4E1C45A-6C38-47EA-88AE-B034213E47AB}">
      <dgm:prSet custT="1"/>
      <dgm:spPr/>
      <dgm:t>
        <a:bodyPr/>
        <a:lstStyle/>
        <a:p>
          <a:r>
            <a:rPr lang="vi-VN" sz="1600" dirty="0"/>
            <a:t>Quản lý thông tin công ty</a:t>
          </a:r>
          <a:endParaRPr lang="en-US" sz="1600" dirty="0"/>
        </a:p>
      </dgm:t>
    </dgm:pt>
    <dgm:pt modelId="{7B2A82CA-D923-4B80-BF8F-F978F3E0B21F}" cxnId="{85973FC6-5775-4023-ABA5-6DF65F83F2FA}" type="parTrans">
      <dgm:prSet/>
      <dgm:spPr/>
      <dgm:t>
        <a:bodyPr/>
        <a:lstStyle/>
        <a:p>
          <a:endParaRPr lang="en-US"/>
        </a:p>
      </dgm:t>
    </dgm:pt>
    <dgm:pt modelId="{3442286F-CCAB-4220-A49B-2E9D20C1F526}" cxnId="{85973FC6-5775-4023-ABA5-6DF65F83F2FA}" type="sibTrans">
      <dgm:prSet/>
      <dgm:spPr/>
      <dgm:t>
        <a:bodyPr/>
        <a:lstStyle/>
        <a:p>
          <a:endParaRPr lang="en-US"/>
        </a:p>
      </dgm:t>
    </dgm:pt>
    <dgm:pt modelId="{1BBB05ED-C7E4-4071-8B14-5BED40E0C475}">
      <dgm:prSet custT="1"/>
      <dgm:spPr/>
      <dgm:t>
        <a:bodyPr/>
        <a:lstStyle/>
        <a:p>
          <a:r>
            <a:rPr lang="vi-VN" sz="1600" dirty="0"/>
            <a:t>Duyệt yêu cầu nhà tuyển dụng</a:t>
          </a:r>
          <a:endParaRPr lang="en-US" sz="1600" dirty="0"/>
        </a:p>
      </dgm:t>
    </dgm:pt>
    <dgm:pt modelId="{0A160B42-9F22-4A77-8834-6DD7EF582210}" cxnId="{E051E276-2977-4B14-A887-06CDB1933389}" type="parTrans">
      <dgm:prSet/>
      <dgm:spPr/>
      <dgm:t>
        <a:bodyPr/>
        <a:lstStyle/>
        <a:p>
          <a:endParaRPr lang="en-US"/>
        </a:p>
      </dgm:t>
    </dgm:pt>
    <dgm:pt modelId="{DF23240E-A0A6-4A99-91C7-9C20D710F8D6}" cxnId="{E051E276-2977-4B14-A887-06CDB1933389}" type="sibTrans">
      <dgm:prSet/>
      <dgm:spPr/>
      <dgm:t>
        <a:bodyPr/>
        <a:lstStyle/>
        <a:p>
          <a:endParaRPr lang="en-US"/>
        </a:p>
      </dgm:t>
    </dgm:pt>
    <dgm:pt modelId="{3CABAF48-9F44-4DB1-9433-D3BE8499B0EE}">
      <dgm:prSet custT="1"/>
      <dgm:spPr/>
      <dgm:t>
        <a:bodyPr/>
        <a:lstStyle/>
        <a:p>
          <a:r>
            <a:rPr lang="vi-VN" sz="1600" dirty="0"/>
            <a:t>Quản lý danh mục hệ thống</a:t>
          </a:r>
          <a:endParaRPr lang="en-US" sz="1600" dirty="0"/>
        </a:p>
      </dgm:t>
    </dgm:pt>
    <dgm:pt modelId="{3319D220-3E67-4103-AFCF-AD93A46A9EC4}" cxnId="{D22FCD23-5121-406D-B599-ECEF2A1972CB}" type="parTrans">
      <dgm:prSet/>
      <dgm:spPr/>
      <dgm:t>
        <a:bodyPr/>
        <a:lstStyle/>
        <a:p>
          <a:endParaRPr lang="en-US"/>
        </a:p>
      </dgm:t>
    </dgm:pt>
    <dgm:pt modelId="{9F0CF240-17BC-4ADA-B020-F7926ED9B62C}" cxnId="{D22FCD23-5121-406D-B599-ECEF2A1972CB}" type="sibTrans">
      <dgm:prSet/>
      <dgm:spPr/>
      <dgm:t>
        <a:bodyPr/>
        <a:lstStyle/>
        <a:p>
          <a:endParaRPr lang="en-US"/>
        </a:p>
      </dgm:t>
    </dgm:pt>
    <dgm:pt modelId="{78B74026-0AC8-4410-94A6-1524A3EE7E50}">
      <dgm:prSet custT="1"/>
      <dgm:spPr/>
      <dgm:t>
        <a:bodyPr/>
        <a:lstStyle/>
        <a:p>
          <a:r>
            <a:rPr lang="vi-VN" sz="1600" dirty="0"/>
            <a:t>Thống kê dữ liệu</a:t>
          </a:r>
          <a:endParaRPr lang="en-US" sz="1600" dirty="0"/>
        </a:p>
      </dgm:t>
    </dgm:pt>
    <dgm:pt modelId="{91008200-B6AC-41C1-BB39-58BA41B3C4D2}" cxnId="{9EE05B39-2EE7-4FA0-9CE9-DF46CB3FCE49}" type="parTrans">
      <dgm:prSet/>
      <dgm:spPr/>
      <dgm:t>
        <a:bodyPr/>
        <a:lstStyle/>
        <a:p>
          <a:endParaRPr lang="en-US"/>
        </a:p>
      </dgm:t>
    </dgm:pt>
    <dgm:pt modelId="{F90E6E44-C465-411A-A239-01CDC8B649A8}" cxnId="{9EE05B39-2EE7-4FA0-9CE9-DF46CB3FCE49}" type="sibTrans">
      <dgm:prSet/>
      <dgm:spPr/>
      <dgm:t>
        <a:bodyPr/>
        <a:lstStyle/>
        <a:p>
          <a:endParaRPr lang="en-US"/>
        </a:p>
      </dgm:t>
    </dgm:pt>
    <dgm:pt modelId="{2B089CC8-9F2F-47B8-982A-B958BD058BA1}">
      <dgm:prSet custT="1"/>
      <dgm:spPr/>
      <dgm:t>
        <a:bodyPr/>
        <a:lstStyle/>
        <a:p>
          <a:r>
            <a:rPr lang="vi-VN" sz="1600" dirty="0"/>
            <a:t>Chatbot hỗ trợ tìm việc</a:t>
          </a:r>
          <a:endParaRPr lang="en-US" sz="1600" dirty="0"/>
        </a:p>
      </dgm:t>
    </dgm:pt>
    <dgm:pt modelId="{F51CA6D4-3639-4F64-8A65-205D1683470F}" cxnId="{5E3523EA-0F80-4F27-93DF-45E272F77D41}" type="parTrans">
      <dgm:prSet/>
      <dgm:spPr/>
      <dgm:t>
        <a:bodyPr/>
        <a:lstStyle/>
        <a:p>
          <a:endParaRPr lang="en-US"/>
        </a:p>
      </dgm:t>
    </dgm:pt>
    <dgm:pt modelId="{D75C8493-68E6-4E03-A47F-43FD9FFF82D0}" cxnId="{5E3523EA-0F80-4F27-93DF-45E272F77D41}" type="sibTrans">
      <dgm:prSet/>
      <dgm:spPr/>
      <dgm:t>
        <a:bodyPr/>
        <a:lstStyle/>
        <a:p>
          <a:endParaRPr lang="en-US"/>
        </a:p>
      </dgm:t>
    </dgm:pt>
    <dgm:pt modelId="{D75221FA-C6FB-46F4-957A-0BFFE3B35020}">
      <dgm:prSet custT="1"/>
      <dgm:spPr/>
      <dgm:t>
        <a:bodyPr/>
        <a:lstStyle/>
        <a:p>
          <a:r>
            <a:rPr lang="vi-VN" sz="1600" dirty="0"/>
            <a:t>Hiển thị thông tin thống kê và biểu đồ</a:t>
          </a:r>
          <a:endParaRPr lang="en-US" sz="1600" dirty="0"/>
        </a:p>
      </dgm:t>
    </dgm:pt>
    <dgm:pt modelId="{5F63F418-51B6-4023-979F-B203666AB521}" cxnId="{04731038-35B3-4661-A0C3-F3BACA303916}" type="parTrans">
      <dgm:prSet/>
      <dgm:spPr/>
      <dgm:t>
        <a:bodyPr/>
        <a:lstStyle/>
        <a:p>
          <a:endParaRPr lang="en-US"/>
        </a:p>
      </dgm:t>
    </dgm:pt>
    <dgm:pt modelId="{CB380365-9C38-4A93-B43B-71FA5F5DD235}" cxnId="{04731038-35B3-4661-A0C3-F3BACA303916}" type="sibTrans">
      <dgm:prSet/>
      <dgm:spPr/>
      <dgm:t>
        <a:bodyPr/>
        <a:lstStyle/>
        <a:p>
          <a:endParaRPr lang="en-US"/>
        </a:p>
      </dgm:t>
    </dgm:pt>
    <dgm:pt modelId="{0B3017BF-1CDF-4BC2-B840-47270B6B94DD}">
      <dgm:prSet custT="1"/>
      <dgm:spPr/>
      <dgm:t>
        <a:bodyPr/>
        <a:lstStyle/>
        <a:p>
          <a:r>
            <a:rPr lang="vi-VN" sz="1600" dirty="0"/>
            <a:t>Upload và tải file (CV, logo)</a:t>
          </a:r>
          <a:endParaRPr lang="en-US" sz="1600" dirty="0"/>
        </a:p>
      </dgm:t>
    </dgm:pt>
    <dgm:pt modelId="{925D4DB6-B733-4694-AF7F-C69014E1D5A6}" cxnId="{B7FF3485-6894-461C-B757-37477A43FADB}" type="parTrans">
      <dgm:prSet/>
      <dgm:spPr/>
      <dgm:t>
        <a:bodyPr/>
        <a:lstStyle/>
        <a:p>
          <a:endParaRPr lang="en-US"/>
        </a:p>
      </dgm:t>
    </dgm:pt>
    <dgm:pt modelId="{68C0618F-495C-4A85-8C96-5B7C1036C44F}" cxnId="{B7FF3485-6894-461C-B757-37477A43FADB}" type="sibTrans">
      <dgm:prSet/>
      <dgm:spPr/>
      <dgm:t>
        <a:bodyPr/>
        <a:lstStyle/>
        <a:p>
          <a:endParaRPr lang="en-US"/>
        </a:p>
      </dgm:t>
    </dgm:pt>
    <dgm:pt modelId="{BB3026A5-E1E0-41AD-AA9D-7464A3CF43DD}" type="pres">
      <dgm:prSet presAssocID="{8D34DBC0-0EFB-49AD-98FE-5CBD4335B456}" presName="Name0" presStyleCnt="0">
        <dgm:presLayoutVars>
          <dgm:dir/>
          <dgm:resizeHandles/>
        </dgm:presLayoutVars>
      </dgm:prSet>
      <dgm:spPr/>
    </dgm:pt>
    <dgm:pt modelId="{86CCEBBE-B9E8-4ABD-894A-7BD01A2A79FA}" type="pres">
      <dgm:prSet presAssocID="{A6374067-2217-4698-9611-D58FE972E33E}" presName="compNode" presStyleCnt="0"/>
      <dgm:spPr/>
    </dgm:pt>
    <dgm:pt modelId="{C94ED499-CB7C-42A0-82ED-0F79831B1D8C}" type="pres">
      <dgm:prSet presAssocID="{A6374067-2217-4698-9611-D58FE972E33E}" presName="dummyConnPt" presStyleCnt="0"/>
      <dgm:spPr/>
    </dgm:pt>
    <dgm:pt modelId="{5F73F7C9-A27F-456F-AD89-7C46230433F3}" type="pres">
      <dgm:prSet presAssocID="{A6374067-2217-4698-9611-D58FE972E33E}" presName="node" presStyleLbl="node1" presStyleIdx="0" presStyleCnt="17" custScaleX="244991" custScaleY="137983">
        <dgm:presLayoutVars>
          <dgm:bulletEnabled val="1"/>
        </dgm:presLayoutVars>
      </dgm:prSet>
      <dgm:spPr/>
    </dgm:pt>
    <dgm:pt modelId="{5E847FDE-871E-4612-BBD4-34F3BF8C5397}" type="pres">
      <dgm:prSet presAssocID="{631960E4-9813-4174-A9BD-25742EE8D627}" presName="sibTrans" presStyleLbl="bgSibTrans2D1" presStyleIdx="0" presStyleCnt="16"/>
      <dgm:spPr/>
    </dgm:pt>
    <dgm:pt modelId="{8E7B6944-68DF-498C-B91B-80474D478DC3}" type="pres">
      <dgm:prSet presAssocID="{A205DA9E-7357-4D49-9F51-9F7714678141}" presName="compNode" presStyleCnt="0"/>
      <dgm:spPr/>
    </dgm:pt>
    <dgm:pt modelId="{AF9FE5B3-39FE-4056-BAE2-62FEF0B947C2}" type="pres">
      <dgm:prSet presAssocID="{A205DA9E-7357-4D49-9F51-9F7714678141}" presName="dummyConnPt" presStyleCnt="0"/>
      <dgm:spPr/>
    </dgm:pt>
    <dgm:pt modelId="{3A226091-2C2E-4E1C-8232-DDC3D0203F69}" type="pres">
      <dgm:prSet presAssocID="{A205DA9E-7357-4D49-9F51-9F7714678141}" presName="node" presStyleLbl="node1" presStyleIdx="1" presStyleCnt="17" custScaleX="244991" custScaleY="137983">
        <dgm:presLayoutVars>
          <dgm:bulletEnabled val="1"/>
        </dgm:presLayoutVars>
      </dgm:prSet>
      <dgm:spPr/>
    </dgm:pt>
    <dgm:pt modelId="{9EB3F751-7310-4EEB-8828-3A8D4E8F642E}" type="pres">
      <dgm:prSet presAssocID="{41706BC6-3A36-479B-8681-6CBC66B93338}" presName="sibTrans" presStyleLbl="bgSibTrans2D1" presStyleIdx="1" presStyleCnt="16"/>
      <dgm:spPr/>
    </dgm:pt>
    <dgm:pt modelId="{CBD59766-F210-484D-B86B-7113270DB588}" type="pres">
      <dgm:prSet presAssocID="{7615015A-52CF-431B-9DBA-EF60DCDCF68C}" presName="compNode" presStyleCnt="0"/>
      <dgm:spPr/>
    </dgm:pt>
    <dgm:pt modelId="{9356CCA7-674A-4363-811E-1F9320BF5F3E}" type="pres">
      <dgm:prSet presAssocID="{7615015A-52CF-431B-9DBA-EF60DCDCF68C}" presName="dummyConnPt" presStyleCnt="0"/>
      <dgm:spPr/>
    </dgm:pt>
    <dgm:pt modelId="{C4C867C6-0609-41FD-AB7F-87018003BD24}" type="pres">
      <dgm:prSet presAssocID="{7615015A-52CF-431B-9DBA-EF60DCDCF68C}" presName="node" presStyleLbl="node1" presStyleIdx="2" presStyleCnt="17" custScaleX="244991" custScaleY="137983">
        <dgm:presLayoutVars>
          <dgm:bulletEnabled val="1"/>
        </dgm:presLayoutVars>
      </dgm:prSet>
      <dgm:spPr/>
    </dgm:pt>
    <dgm:pt modelId="{D93EBBC3-8453-404A-A165-2096908CB8BB}" type="pres">
      <dgm:prSet presAssocID="{A87C732B-3D5E-491A-B17C-79421D123E05}" presName="sibTrans" presStyleLbl="bgSibTrans2D1" presStyleIdx="2" presStyleCnt="16"/>
      <dgm:spPr/>
    </dgm:pt>
    <dgm:pt modelId="{CE608877-61DB-488B-BEBD-CA08EA26D968}" type="pres">
      <dgm:prSet presAssocID="{83E95FE2-E088-4DD5-A95C-F134E22D4897}" presName="compNode" presStyleCnt="0"/>
      <dgm:spPr/>
    </dgm:pt>
    <dgm:pt modelId="{2A699F23-5E3D-43FC-91F2-F3E1052546A0}" type="pres">
      <dgm:prSet presAssocID="{83E95FE2-E088-4DD5-A95C-F134E22D4897}" presName="dummyConnPt" presStyleCnt="0"/>
      <dgm:spPr/>
    </dgm:pt>
    <dgm:pt modelId="{C7B1D6B7-66E6-43BD-A933-93F7636C0B31}" type="pres">
      <dgm:prSet presAssocID="{83E95FE2-E088-4DD5-A95C-F134E22D4897}" presName="node" presStyleLbl="node1" presStyleIdx="3" presStyleCnt="17" custScaleX="244991" custScaleY="137983">
        <dgm:presLayoutVars>
          <dgm:bulletEnabled val="1"/>
        </dgm:presLayoutVars>
      </dgm:prSet>
      <dgm:spPr/>
    </dgm:pt>
    <dgm:pt modelId="{516715D4-72E3-43CB-9047-5F7049832AB1}" type="pres">
      <dgm:prSet presAssocID="{B4C53B3A-9868-4143-8BA8-7310E55C68C7}" presName="sibTrans" presStyleLbl="bgSibTrans2D1" presStyleIdx="3" presStyleCnt="16"/>
      <dgm:spPr/>
    </dgm:pt>
    <dgm:pt modelId="{2413261C-3295-42FB-A5CB-1FB764CED8E2}" type="pres">
      <dgm:prSet presAssocID="{57E5A3BA-9EFE-48AA-9F9B-CDC3B3108335}" presName="compNode" presStyleCnt="0"/>
      <dgm:spPr/>
    </dgm:pt>
    <dgm:pt modelId="{36B6A015-19F2-4C64-AC81-9AB3065911F4}" type="pres">
      <dgm:prSet presAssocID="{57E5A3BA-9EFE-48AA-9F9B-CDC3B3108335}" presName="dummyConnPt" presStyleCnt="0"/>
      <dgm:spPr/>
    </dgm:pt>
    <dgm:pt modelId="{EFBA9A2C-C2D7-41DA-AF56-1FB66A92E7D9}" type="pres">
      <dgm:prSet presAssocID="{57E5A3BA-9EFE-48AA-9F9B-CDC3B3108335}" presName="node" presStyleLbl="node1" presStyleIdx="4" presStyleCnt="17" custScaleX="244991" custScaleY="137983">
        <dgm:presLayoutVars>
          <dgm:bulletEnabled val="1"/>
        </dgm:presLayoutVars>
      </dgm:prSet>
      <dgm:spPr/>
    </dgm:pt>
    <dgm:pt modelId="{46710311-299D-4F06-80E8-80AC432DC481}" type="pres">
      <dgm:prSet presAssocID="{5AAEB258-42A1-412C-B891-8823D8A66662}" presName="sibTrans" presStyleLbl="bgSibTrans2D1" presStyleIdx="4" presStyleCnt="16"/>
      <dgm:spPr/>
    </dgm:pt>
    <dgm:pt modelId="{C0932476-EBB8-4588-9EEE-047D96E4ED03}" type="pres">
      <dgm:prSet presAssocID="{DF7BA781-FE94-4133-9099-1FDF779E1DB3}" presName="compNode" presStyleCnt="0"/>
      <dgm:spPr/>
    </dgm:pt>
    <dgm:pt modelId="{906C19F8-64B4-4906-A914-15D7F9DD43C6}" type="pres">
      <dgm:prSet presAssocID="{DF7BA781-FE94-4133-9099-1FDF779E1DB3}" presName="dummyConnPt" presStyleCnt="0"/>
      <dgm:spPr/>
    </dgm:pt>
    <dgm:pt modelId="{6AF249D8-1274-4587-AE66-DAB8CE8593A2}" type="pres">
      <dgm:prSet presAssocID="{DF7BA781-FE94-4133-9099-1FDF779E1DB3}" presName="node" presStyleLbl="node1" presStyleIdx="5" presStyleCnt="17" custScaleX="244991" custScaleY="137983">
        <dgm:presLayoutVars>
          <dgm:bulletEnabled val="1"/>
        </dgm:presLayoutVars>
      </dgm:prSet>
      <dgm:spPr/>
    </dgm:pt>
    <dgm:pt modelId="{85C3C05C-8F79-4732-AE16-7E033AB44519}" type="pres">
      <dgm:prSet presAssocID="{7B2AC848-8B4B-4E61-A269-5D82533B09FF}" presName="sibTrans" presStyleLbl="bgSibTrans2D1" presStyleIdx="5" presStyleCnt="16"/>
      <dgm:spPr/>
    </dgm:pt>
    <dgm:pt modelId="{3CFBDB32-6878-4DA0-8D8E-183DE62F53B0}" type="pres">
      <dgm:prSet presAssocID="{8BBF4AA3-A31B-467B-A0B6-A5CF70B7C68D}" presName="compNode" presStyleCnt="0"/>
      <dgm:spPr/>
    </dgm:pt>
    <dgm:pt modelId="{66E30A42-7EE9-40E1-9D37-A02658F2B4E9}" type="pres">
      <dgm:prSet presAssocID="{8BBF4AA3-A31B-467B-A0B6-A5CF70B7C68D}" presName="dummyConnPt" presStyleCnt="0"/>
      <dgm:spPr/>
    </dgm:pt>
    <dgm:pt modelId="{2289242C-0227-4B3B-B7C8-3EA6C04ACA82}" type="pres">
      <dgm:prSet presAssocID="{8BBF4AA3-A31B-467B-A0B6-A5CF70B7C68D}" presName="node" presStyleLbl="node1" presStyleIdx="6" presStyleCnt="17" custScaleX="244991" custScaleY="137983">
        <dgm:presLayoutVars>
          <dgm:bulletEnabled val="1"/>
        </dgm:presLayoutVars>
      </dgm:prSet>
      <dgm:spPr/>
    </dgm:pt>
    <dgm:pt modelId="{8C9C2A87-29D1-423F-8B23-ACD62BCC88C7}" type="pres">
      <dgm:prSet presAssocID="{9483B9A5-2BE9-4318-B361-2BC827041474}" presName="sibTrans" presStyleLbl="bgSibTrans2D1" presStyleIdx="6" presStyleCnt="16"/>
      <dgm:spPr/>
    </dgm:pt>
    <dgm:pt modelId="{3112AAE5-87F8-4A12-BE39-66F4950C93F9}" type="pres">
      <dgm:prSet presAssocID="{9B84693D-3DFD-4D13-823B-B83286ECE329}" presName="compNode" presStyleCnt="0"/>
      <dgm:spPr/>
    </dgm:pt>
    <dgm:pt modelId="{76348EB6-16EB-4D9F-AF9A-7EDC624F93BA}" type="pres">
      <dgm:prSet presAssocID="{9B84693D-3DFD-4D13-823B-B83286ECE329}" presName="dummyConnPt" presStyleCnt="0"/>
      <dgm:spPr/>
    </dgm:pt>
    <dgm:pt modelId="{628838C4-86DB-4BF9-8F70-235FC487DBDC}" type="pres">
      <dgm:prSet presAssocID="{9B84693D-3DFD-4D13-823B-B83286ECE329}" presName="node" presStyleLbl="node1" presStyleIdx="7" presStyleCnt="17" custScaleX="244991" custScaleY="137983">
        <dgm:presLayoutVars>
          <dgm:bulletEnabled val="1"/>
        </dgm:presLayoutVars>
      </dgm:prSet>
      <dgm:spPr/>
    </dgm:pt>
    <dgm:pt modelId="{05172CF3-EA77-4094-8331-FA266F0B6F37}" type="pres">
      <dgm:prSet presAssocID="{FEE1365F-C07A-4CFD-95ED-EE1FFC2133A5}" presName="sibTrans" presStyleLbl="bgSibTrans2D1" presStyleIdx="7" presStyleCnt="16"/>
      <dgm:spPr/>
    </dgm:pt>
    <dgm:pt modelId="{BB736D04-B841-4F06-8C3E-BEFD78DC1CC8}" type="pres">
      <dgm:prSet presAssocID="{FDD0F078-60F8-40A7-8AD4-45C17B5BB363}" presName="compNode" presStyleCnt="0"/>
      <dgm:spPr/>
    </dgm:pt>
    <dgm:pt modelId="{D20BF7EA-A399-42F3-984F-93BD8FDCE67F}" type="pres">
      <dgm:prSet presAssocID="{FDD0F078-60F8-40A7-8AD4-45C17B5BB363}" presName="dummyConnPt" presStyleCnt="0"/>
      <dgm:spPr/>
    </dgm:pt>
    <dgm:pt modelId="{22C2DF3B-AD60-43B8-9363-669DFCE36913}" type="pres">
      <dgm:prSet presAssocID="{FDD0F078-60F8-40A7-8AD4-45C17B5BB363}" presName="node" presStyleLbl="node1" presStyleIdx="8" presStyleCnt="17" custScaleX="244991" custScaleY="137983">
        <dgm:presLayoutVars>
          <dgm:bulletEnabled val="1"/>
        </dgm:presLayoutVars>
      </dgm:prSet>
      <dgm:spPr/>
    </dgm:pt>
    <dgm:pt modelId="{E2337E73-B053-4811-A68E-AC92FF1F2479}" type="pres">
      <dgm:prSet presAssocID="{55A310CC-7980-478C-A697-CC81FA50D194}" presName="sibTrans" presStyleLbl="bgSibTrans2D1" presStyleIdx="8" presStyleCnt="16"/>
      <dgm:spPr/>
    </dgm:pt>
    <dgm:pt modelId="{47FA6CF3-3320-4416-9075-91253EFF8D8D}" type="pres">
      <dgm:prSet presAssocID="{AE783C00-FFFA-4DA9-A0D1-06909C77863A}" presName="compNode" presStyleCnt="0"/>
      <dgm:spPr/>
    </dgm:pt>
    <dgm:pt modelId="{FB10190E-78C2-4767-BD61-CDB91C8B6643}" type="pres">
      <dgm:prSet presAssocID="{AE783C00-FFFA-4DA9-A0D1-06909C77863A}" presName="dummyConnPt" presStyleCnt="0"/>
      <dgm:spPr/>
    </dgm:pt>
    <dgm:pt modelId="{92B0DC73-DBE8-4E63-8F52-3C7C434A3B61}" type="pres">
      <dgm:prSet presAssocID="{AE783C00-FFFA-4DA9-A0D1-06909C77863A}" presName="node" presStyleLbl="node1" presStyleIdx="9" presStyleCnt="17" custScaleX="244991" custScaleY="137983">
        <dgm:presLayoutVars>
          <dgm:bulletEnabled val="1"/>
        </dgm:presLayoutVars>
      </dgm:prSet>
      <dgm:spPr/>
    </dgm:pt>
    <dgm:pt modelId="{C67971E6-9C5B-4F26-8A90-E9DD2B9B368A}" type="pres">
      <dgm:prSet presAssocID="{24709F47-60DE-469A-AD2C-DE7327958B48}" presName="sibTrans" presStyleLbl="bgSibTrans2D1" presStyleIdx="9" presStyleCnt="16"/>
      <dgm:spPr/>
    </dgm:pt>
    <dgm:pt modelId="{C4FDCCA0-14AA-425A-988C-5E59FF6FC2CA}" type="pres">
      <dgm:prSet presAssocID="{A4E1C45A-6C38-47EA-88AE-B034213E47AB}" presName="compNode" presStyleCnt="0"/>
      <dgm:spPr/>
    </dgm:pt>
    <dgm:pt modelId="{0132FB4F-A3BD-4CF9-A02C-E68C9912DDE3}" type="pres">
      <dgm:prSet presAssocID="{A4E1C45A-6C38-47EA-88AE-B034213E47AB}" presName="dummyConnPt" presStyleCnt="0"/>
      <dgm:spPr/>
    </dgm:pt>
    <dgm:pt modelId="{B15E7C8A-966A-414D-8D3E-D14A436BF59B}" type="pres">
      <dgm:prSet presAssocID="{A4E1C45A-6C38-47EA-88AE-B034213E47AB}" presName="node" presStyleLbl="node1" presStyleIdx="10" presStyleCnt="17" custScaleX="244991" custScaleY="137983">
        <dgm:presLayoutVars>
          <dgm:bulletEnabled val="1"/>
        </dgm:presLayoutVars>
      </dgm:prSet>
      <dgm:spPr/>
    </dgm:pt>
    <dgm:pt modelId="{5C628DB9-7E14-4264-B592-190B717B06FD}" type="pres">
      <dgm:prSet presAssocID="{3442286F-CCAB-4220-A49B-2E9D20C1F526}" presName="sibTrans" presStyleLbl="bgSibTrans2D1" presStyleIdx="10" presStyleCnt="16"/>
      <dgm:spPr/>
    </dgm:pt>
    <dgm:pt modelId="{694CCA19-484A-4E34-8FD2-F359031E1622}" type="pres">
      <dgm:prSet presAssocID="{1BBB05ED-C7E4-4071-8B14-5BED40E0C475}" presName="compNode" presStyleCnt="0"/>
      <dgm:spPr/>
    </dgm:pt>
    <dgm:pt modelId="{D21B630F-CC2E-41F5-9122-D12582C4855E}" type="pres">
      <dgm:prSet presAssocID="{1BBB05ED-C7E4-4071-8B14-5BED40E0C475}" presName="dummyConnPt" presStyleCnt="0"/>
      <dgm:spPr/>
    </dgm:pt>
    <dgm:pt modelId="{446153AB-5670-4717-8D81-87676545A72D}" type="pres">
      <dgm:prSet presAssocID="{1BBB05ED-C7E4-4071-8B14-5BED40E0C475}" presName="node" presStyleLbl="node1" presStyleIdx="11" presStyleCnt="17" custScaleX="244991" custScaleY="137983">
        <dgm:presLayoutVars>
          <dgm:bulletEnabled val="1"/>
        </dgm:presLayoutVars>
      </dgm:prSet>
      <dgm:spPr/>
    </dgm:pt>
    <dgm:pt modelId="{B30C805E-A2A6-41A3-813E-77C0A4D1D978}" type="pres">
      <dgm:prSet presAssocID="{DF23240E-A0A6-4A99-91C7-9C20D710F8D6}" presName="sibTrans" presStyleLbl="bgSibTrans2D1" presStyleIdx="11" presStyleCnt="16"/>
      <dgm:spPr/>
    </dgm:pt>
    <dgm:pt modelId="{AAABBB62-ABF5-41B4-ADCE-7A6E93ACC776}" type="pres">
      <dgm:prSet presAssocID="{3CABAF48-9F44-4DB1-9433-D3BE8499B0EE}" presName="compNode" presStyleCnt="0"/>
      <dgm:spPr/>
    </dgm:pt>
    <dgm:pt modelId="{86EF3173-D84F-43B2-B0A7-D6E8071D7151}" type="pres">
      <dgm:prSet presAssocID="{3CABAF48-9F44-4DB1-9433-D3BE8499B0EE}" presName="dummyConnPt" presStyleCnt="0"/>
      <dgm:spPr/>
    </dgm:pt>
    <dgm:pt modelId="{9B150EBE-A23F-45E3-AD18-037210C534BF}" type="pres">
      <dgm:prSet presAssocID="{3CABAF48-9F44-4DB1-9433-D3BE8499B0EE}" presName="node" presStyleLbl="node1" presStyleIdx="12" presStyleCnt="17" custScaleX="244991" custScaleY="137983">
        <dgm:presLayoutVars>
          <dgm:bulletEnabled val="1"/>
        </dgm:presLayoutVars>
      </dgm:prSet>
      <dgm:spPr/>
    </dgm:pt>
    <dgm:pt modelId="{6913B2ED-14CC-4AB5-9529-FB2E13537A97}" type="pres">
      <dgm:prSet presAssocID="{9F0CF240-17BC-4ADA-B020-F7926ED9B62C}" presName="sibTrans" presStyleLbl="bgSibTrans2D1" presStyleIdx="12" presStyleCnt="16"/>
      <dgm:spPr/>
    </dgm:pt>
    <dgm:pt modelId="{28C44177-3C71-476B-B1C1-2BE652A3C03C}" type="pres">
      <dgm:prSet presAssocID="{78B74026-0AC8-4410-94A6-1524A3EE7E50}" presName="compNode" presStyleCnt="0"/>
      <dgm:spPr/>
    </dgm:pt>
    <dgm:pt modelId="{960B6ECC-734E-4B14-9EC0-C933D5EE61B8}" type="pres">
      <dgm:prSet presAssocID="{78B74026-0AC8-4410-94A6-1524A3EE7E50}" presName="dummyConnPt" presStyleCnt="0"/>
      <dgm:spPr/>
    </dgm:pt>
    <dgm:pt modelId="{8553582A-6DD0-48CC-BAC9-9A2B76051D06}" type="pres">
      <dgm:prSet presAssocID="{78B74026-0AC8-4410-94A6-1524A3EE7E50}" presName="node" presStyleLbl="node1" presStyleIdx="13" presStyleCnt="17" custScaleX="244991" custScaleY="137983">
        <dgm:presLayoutVars>
          <dgm:bulletEnabled val="1"/>
        </dgm:presLayoutVars>
      </dgm:prSet>
      <dgm:spPr/>
    </dgm:pt>
    <dgm:pt modelId="{3D1C520D-5A1B-4BEF-A4D2-5372603F74ED}" type="pres">
      <dgm:prSet presAssocID="{F90E6E44-C465-411A-A239-01CDC8B649A8}" presName="sibTrans" presStyleLbl="bgSibTrans2D1" presStyleIdx="13" presStyleCnt="16"/>
      <dgm:spPr/>
    </dgm:pt>
    <dgm:pt modelId="{F3A125CE-BC8B-4C5B-9E1F-813A62C76ABA}" type="pres">
      <dgm:prSet presAssocID="{2B089CC8-9F2F-47B8-982A-B958BD058BA1}" presName="compNode" presStyleCnt="0"/>
      <dgm:spPr/>
    </dgm:pt>
    <dgm:pt modelId="{3C754C02-972D-41C7-BA97-F943BFADE7C1}" type="pres">
      <dgm:prSet presAssocID="{2B089CC8-9F2F-47B8-982A-B958BD058BA1}" presName="dummyConnPt" presStyleCnt="0"/>
      <dgm:spPr/>
    </dgm:pt>
    <dgm:pt modelId="{1CAD0C39-6700-4BCE-AB7E-C3E8DB05091B}" type="pres">
      <dgm:prSet presAssocID="{2B089CC8-9F2F-47B8-982A-B958BD058BA1}" presName="node" presStyleLbl="node1" presStyleIdx="14" presStyleCnt="17" custScaleX="244991" custScaleY="137983">
        <dgm:presLayoutVars>
          <dgm:bulletEnabled val="1"/>
        </dgm:presLayoutVars>
      </dgm:prSet>
      <dgm:spPr/>
    </dgm:pt>
    <dgm:pt modelId="{7331CA3D-D4DD-4E24-B509-8C83325744C5}" type="pres">
      <dgm:prSet presAssocID="{D75C8493-68E6-4E03-A47F-43FD9FFF82D0}" presName="sibTrans" presStyleLbl="bgSibTrans2D1" presStyleIdx="14" presStyleCnt="16"/>
      <dgm:spPr/>
    </dgm:pt>
    <dgm:pt modelId="{616B38F3-1020-4113-8B04-4CC699275EDF}" type="pres">
      <dgm:prSet presAssocID="{D75221FA-C6FB-46F4-957A-0BFFE3B35020}" presName="compNode" presStyleCnt="0"/>
      <dgm:spPr/>
    </dgm:pt>
    <dgm:pt modelId="{81545105-3EE7-4CF1-A7D0-248ADB0540FA}" type="pres">
      <dgm:prSet presAssocID="{D75221FA-C6FB-46F4-957A-0BFFE3B35020}" presName="dummyConnPt" presStyleCnt="0"/>
      <dgm:spPr/>
    </dgm:pt>
    <dgm:pt modelId="{99B3EE25-3909-4482-BA9E-AB84CBC4EC12}" type="pres">
      <dgm:prSet presAssocID="{D75221FA-C6FB-46F4-957A-0BFFE3B35020}" presName="node" presStyleLbl="node1" presStyleIdx="15" presStyleCnt="17" custScaleX="244991" custScaleY="137983">
        <dgm:presLayoutVars>
          <dgm:bulletEnabled val="1"/>
        </dgm:presLayoutVars>
      </dgm:prSet>
      <dgm:spPr/>
    </dgm:pt>
    <dgm:pt modelId="{39D19F5F-2C43-41CA-83CF-9479FE2E2DAC}" type="pres">
      <dgm:prSet presAssocID="{CB380365-9C38-4A93-B43B-71FA5F5DD235}" presName="sibTrans" presStyleLbl="bgSibTrans2D1" presStyleIdx="15" presStyleCnt="16"/>
      <dgm:spPr/>
    </dgm:pt>
    <dgm:pt modelId="{EDD79F76-7FB1-40AC-A50D-6C8BDA2BD8B9}" type="pres">
      <dgm:prSet presAssocID="{0B3017BF-1CDF-4BC2-B840-47270B6B94DD}" presName="compNode" presStyleCnt="0"/>
      <dgm:spPr/>
    </dgm:pt>
    <dgm:pt modelId="{98514AD5-19E0-4FEB-8A93-04134CBA99D3}" type="pres">
      <dgm:prSet presAssocID="{0B3017BF-1CDF-4BC2-B840-47270B6B94DD}" presName="dummyConnPt" presStyleCnt="0"/>
      <dgm:spPr/>
    </dgm:pt>
    <dgm:pt modelId="{2FBB43C6-3350-4573-80D2-F487DA23B4FB}" type="pres">
      <dgm:prSet presAssocID="{0B3017BF-1CDF-4BC2-B840-47270B6B94DD}" presName="node" presStyleLbl="node1" presStyleIdx="16" presStyleCnt="17" custScaleX="244991" custScaleY="137983">
        <dgm:presLayoutVars>
          <dgm:bulletEnabled val="1"/>
        </dgm:presLayoutVars>
      </dgm:prSet>
      <dgm:spPr/>
    </dgm:pt>
  </dgm:ptLst>
  <dgm:cxnLst>
    <dgm:cxn modelId="{C3FE9F01-5A77-4919-A1A1-EE0C5704196F}" srcId="{8D34DBC0-0EFB-49AD-98FE-5CBD4335B456}" destId="{8BBF4AA3-A31B-467B-A0B6-A5CF70B7C68D}" srcOrd="6" destOrd="0" parTransId="{9A67E83C-0A46-4432-A33B-9DB333C3F6E7}" sibTransId="{9483B9A5-2BE9-4318-B361-2BC827041474}"/>
    <dgm:cxn modelId="{A5590A04-CB1B-4D2B-A48F-2C7077D4C654}" type="presOf" srcId="{7B2AC848-8B4B-4E61-A269-5D82533B09FF}" destId="{85C3C05C-8F79-4732-AE16-7E033AB44519}" srcOrd="0" destOrd="0" presId="urn:microsoft.com/office/officeart/2005/8/layout/bProcess4"/>
    <dgm:cxn modelId="{C4D1A707-3B99-4D59-BAEB-2F5401323074}" type="presOf" srcId="{3442286F-CCAB-4220-A49B-2E9D20C1F526}" destId="{5C628DB9-7E14-4264-B592-190B717B06FD}" srcOrd="0" destOrd="0" presId="urn:microsoft.com/office/officeart/2005/8/layout/bProcess4"/>
    <dgm:cxn modelId="{5243550A-A671-417B-A9ED-5EC448A46D15}" srcId="{8D34DBC0-0EFB-49AD-98FE-5CBD4335B456}" destId="{7615015A-52CF-431B-9DBA-EF60DCDCF68C}" srcOrd="2" destOrd="0" parTransId="{779DE81C-2FB6-4286-AC4F-611C74BEF300}" sibTransId="{A87C732B-3D5E-491A-B17C-79421D123E05}"/>
    <dgm:cxn modelId="{902BE00E-C485-4865-876C-1385C6CDBEE4}" srcId="{8D34DBC0-0EFB-49AD-98FE-5CBD4335B456}" destId="{83E95FE2-E088-4DD5-A95C-F134E22D4897}" srcOrd="3" destOrd="0" parTransId="{71A4190B-1B13-4ED7-A37E-971E955B98D1}" sibTransId="{B4C53B3A-9868-4143-8BA8-7310E55C68C7}"/>
    <dgm:cxn modelId="{BB6A7D1F-324E-434E-B8BD-CEF3DC66EEC9}" type="presOf" srcId="{57E5A3BA-9EFE-48AA-9F9B-CDC3B3108335}" destId="{EFBA9A2C-C2D7-41DA-AF56-1FB66A92E7D9}" srcOrd="0" destOrd="0" presId="urn:microsoft.com/office/officeart/2005/8/layout/bProcess4"/>
    <dgm:cxn modelId="{D22FCD23-5121-406D-B599-ECEF2A1972CB}" srcId="{8D34DBC0-0EFB-49AD-98FE-5CBD4335B456}" destId="{3CABAF48-9F44-4DB1-9433-D3BE8499B0EE}" srcOrd="12" destOrd="0" parTransId="{3319D220-3E67-4103-AFCF-AD93A46A9EC4}" sibTransId="{9F0CF240-17BC-4ADA-B020-F7926ED9B62C}"/>
    <dgm:cxn modelId="{2BB0FC26-5BDB-4CBC-A05C-DE3B4FABEB87}" srcId="{8D34DBC0-0EFB-49AD-98FE-5CBD4335B456}" destId="{A6374067-2217-4698-9611-D58FE972E33E}" srcOrd="0" destOrd="0" parTransId="{1EF44C17-A970-4ED8-B1AF-2359DE84A9D2}" sibTransId="{631960E4-9813-4174-A9BD-25742EE8D627}"/>
    <dgm:cxn modelId="{F57B5C2D-FCBB-42EE-88B0-A5135F4E13E0}" srcId="{8D34DBC0-0EFB-49AD-98FE-5CBD4335B456}" destId="{FDD0F078-60F8-40A7-8AD4-45C17B5BB363}" srcOrd="8" destOrd="0" parTransId="{B3445FC5-B22F-4C82-99EB-4410BAFB8541}" sibTransId="{55A310CC-7980-478C-A697-CC81FA50D194}"/>
    <dgm:cxn modelId="{1C95C332-BC12-4384-A60C-45834DFBC4B6}" type="presOf" srcId="{DF23240E-A0A6-4A99-91C7-9C20D710F8D6}" destId="{B30C805E-A2A6-41A3-813E-77C0A4D1D978}" srcOrd="0" destOrd="0" presId="urn:microsoft.com/office/officeart/2005/8/layout/bProcess4"/>
    <dgm:cxn modelId="{FC5FC234-BDB3-4887-A8F1-B7B10D8E07A5}" type="presOf" srcId="{83E95FE2-E088-4DD5-A95C-F134E22D4897}" destId="{C7B1D6B7-66E6-43BD-A933-93F7636C0B31}" srcOrd="0" destOrd="0" presId="urn:microsoft.com/office/officeart/2005/8/layout/bProcess4"/>
    <dgm:cxn modelId="{04731038-35B3-4661-A0C3-F3BACA303916}" srcId="{8D34DBC0-0EFB-49AD-98FE-5CBD4335B456}" destId="{D75221FA-C6FB-46F4-957A-0BFFE3B35020}" srcOrd="15" destOrd="0" parTransId="{5F63F418-51B6-4023-979F-B203666AB521}" sibTransId="{CB380365-9C38-4A93-B43B-71FA5F5DD235}"/>
    <dgm:cxn modelId="{9EE05B39-2EE7-4FA0-9CE9-DF46CB3FCE49}" srcId="{8D34DBC0-0EFB-49AD-98FE-5CBD4335B456}" destId="{78B74026-0AC8-4410-94A6-1524A3EE7E50}" srcOrd="13" destOrd="0" parTransId="{91008200-B6AC-41C1-BB39-58BA41B3C4D2}" sibTransId="{F90E6E44-C465-411A-A239-01CDC8B649A8}"/>
    <dgm:cxn modelId="{E331E93B-8E1F-426E-B726-9E9EDCFEEC80}" type="presOf" srcId="{A4E1C45A-6C38-47EA-88AE-B034213E47AB}" destId="{B15E7C8A-966A-414D-8D3E-D14A436BF59B}" srcOrd="0" destOrd="0" presId="urn:microsoft.com/office/officeart/2005/8/layout/bProcess4"/>
    <dgm:cxn modelId="{4006A73D-C3EC-4652-B6F3-15E180C9B1AB}" type="presOf" srcId="{DF7BA781-FE94-4133-9099-1FDF779E1DB3}" destId="{6AF249D8-1274-4587-AE66-DAB8CE8593A2}" srcOrd="0" destOrd="0" presId="urn:microsoft.com/office/officeart/2005/8/layout/bProcess4"/>
    <dgm:cxn modelId="{2164C147-58C3-4AA7-A11B-A4F7012CAF34}" type="presOf" srcId="{F90E6E44-C465-411A-A239-01CDC8B649A8}" destId="{3D1C520D-5A1B-4BEF-A4D2-5372603F74ED}" srcOrd="0" destOrd="0" presId="urn:microsoft.com/office/officeart/2005/8/layout/bProcess4"/>
    <dgm:cxn modelId="{3C347769-3EA6-4532-9A51-69A5F3F60213}" type="presOf" srcId="{8BBF4AA3-A31B-467B-A0B6-A5CF70B7C68D}" destId="{2289242C-0227-4B3B-B7C8-3EA6C04ACA82}" srcOrd="0" destOrd="0" presId="urn:microsoft.com/office/officeart/2005/8/layout/bProcess4"/>
    <dgm:cxn modelId="{5F084770-CF6A-4913-AC6A-B97CA567C75A}" type="presOf" srcId="{9483B9A5-2BE9-4318-B361-2BC827041474}" destId="{8C9C2A87-29D1-423F-8B23-ACD62BCC88C7}" srcOrd="0" destOrd="0" presId="urn:microsoft.com/office/officeart/2005/8/layout/bProcess4"/>
    <dgm:cxn modelId="{3526AB50-ADB2-4025-82B7-BAC69D68DFA4}" type="presOf" srcId="{78B74026-0AC8-4410-94A6-1524A3EE7E50}" destId="{8553582A-6DD0-48CC-BAC9-9A2B76051D06}" srcOrd="0" destOrd="0" presId="urn:microsoft.com/office/officeart/2005/8/layout/bProcess4"/>
    <dgm:cxn modelId="{E051E276-2977-4B14-A887-06CDB1933389}" srcId="{8D34DBC0-0EFB-49AD-98FE-5CBD4335B456}" destId="{1BBB05ED-C7E4-4071-8B14-5BED40E0C475}" srcOrd="11" destOrd="0" parTransId="{0A160B42-9F22-4A77-8834-6DD7EF582210}" sibTransId="{DF23240E-A0A6-4A99-91C7-9C20D710F8D6}"/>
    <dgm:cxn modelId="{77064458-25C0-4D85-9A48-A3340CEA807B}" type="presOf" srcId="{8D34DBC0-0EFB-49AD-98FE-5CBD4335B456}" destId="{BB3026A5-E1E0-41AD-AA9D-7464A3CF43DD}" srcOrd="0" destOrd="0" presId="urn:microsoft.com/office/officeart/2005/8/layout/bProcess4"/>
    <dgm:cxn modelId="{B7FF3485-6894-461C-B757-37477A43FADB}" srcId="{8D34DBC0-0EFB-49AD-98FE-5CBD4335B456}" destId="{0B3017BF-1CDF-4BC2-B840-47270B6B94DD}" srcOrd="16" destOrd="0" parTransId="{925D4DB6-B733-4694-AF7F-C69014E1D5A6}" sibTransId="{68C0618F-495C-4A85-8C96-5B7C1036C44F}"/>
    <dgm:cxn modelId="{5455408E-B824-4543-827B-F10CF8255ECF}" srcId="{8D34DBC0-0EFB-49AD-98FE-5CBD4335B456}" destId="{9B84693D-3DFD-4D13-823B-B83286ECE329}" srcOrd="7" destOrd="0" parTransId="{BA297F34-EBE8-42E7-ACEF-AB1F31D194CB}" sibTransId="{FEE1365F-C07A-4CFD-95ED-EE1FFC2133A5}"/>
    <dgm:cxn modelId="{3BE48991-70A8-48C3-8A44-E3779566D674}" type="presOf" srcId="{3CABAF48-9F44-4DB1-9433-D3BE8499B0EE}" destId="{9B150EBE-A23F-45E3-AD18-037210C534BF}" srcOrd="0" destOrd="0" presId="urn:microsoft.com/office/officeart/2005/8/layout/bProcess4"/>
    <dgm:cxn modelId="{341C8D98-4208-48F8-A178-DEC5EF150F43}" srcId="{8D34DBC0-0EFB-49AD-98FE-5CBD4335B456}" destId="{A205DA9E-7357-4D49-9F51-9F7714678141}" srcOrd="1" destOrd="0" parTransId="{EF96FDB8-4512-4D70-A629-091BA59030DC}" sibTransId="{41706BC6-3A36-479B-8681-6CBC66B93338}"/>
    <dgm:cxn modelId="{1039149A-7715-4A09-BF97-EB5978B1D3DC}" type="presOf" srcId="{A205DA9E-7357-4D49-9F51-9F7714678141}" destId="{3A226091-2C2E-4E1C-8232-DDC3D0203F69}" srcOrd="0" destOrd="0" presId="urn:microsoft.com/office/officeart/2005/8/layout/bProcess4"/>
    <dgm:cxn modelId="{2353919B-7D7F-4B38-A25A-D18C1F8E75F6}" srcId="{8D34DBC0-0EFB-49AD-98FE-5CBD4335B456}" destId="{DF7BA781-FE94-4133-9099-1FDF779E1DB3}" srcOrd="5" destOrd="0" parTransId="{E3AC65FA-344F-4997-9F3F-E16DDB899B71}" sibTransId="{7B2AC848-8B4B-4E61-A269-5D82533B09FF}"/>
    <dgm:cxn modelId="{2CF51DA4-1573-400F-B607-A1F30ADD8871}" type="presOf" srcId="{9F0CF240-17BC-4ADA-B020-F7926ED9B62C}" destId="{6913B2ED-14CC-4AB5-9529-FB2E13537A97}" srcOrd="0" destOrd="0" presId="urn:microsoft.com/office/officeart/2005/8/layout/bProcess4"/>
    <dgm:cxn modelId="{CD2DC9A6-08A9-4E3D-9D6D-5B7D3B737C57}" type="presOf" srcId="{41706BC6-3A36-479B-8681-6CBC66B93338}" destId="{9EB3F751-7310-4EEB-8828-3A8D4E8F642E}" srcOrd="0" destOrd="0" presId="urn:microsoft.com/office/officeart/2005/8/layout/bProcess4"/>
    <dgm:cxn modelId="{62B827AE-840D-4DF7-B0E0-E22A18DF07ED}" type="presOf" srcId="{7615015A-52CF-431B-9DBA-EF60DCDCF68C}" destId="{C4C867C6-0609-41FD-AB7F-87018003BD24}" srcOrd="0" destOrd="0" presId="urn:microsoft.com/office/officeart/2005/8/layout/bProcess4"/>
    <dgm:cxn modelId="{AFBE93BB-B98E-4B20-ABE4-9667D65AC819}" type="presOf" srcId="{2B089CC8-9F2F-47B8-982A-B958BD058BA1}" destId="{1CAD0C39-6700-4BCE-AB7E-C3E8DB05091B}" srcOrd="0" destOrd="0" presId="urn:microsoft.com/office/officeart/2005/8/layout/bProcess4"/>
    <dgm:cxn modelId="{9D52B6BB-91AC-4E6E-9B81-FC7B4917535E}" type="presOf" srcId="{0B3017BF-1CDF-4BC2-B840-47270B6B94DD}" destId="{2FBB43C6-3350-4573-80D2-F487DA23B4FB}" srcOrd="0" destOrd="0" presId="urn:microsoft.com/office/officeart/2005/8/layout/bProcess4"/>
    <dgm:cxn modelId="{4F10FDBF-402F-469C-9B95-0FB66B637144}" srcId="{8D34DBC0-0EFB-49AD-98FE-5CBD4335B456}" destId="{57E5A3BA-9EFE-48AA-9F9B-CDC3B3108335}" srcOrd="4" destOrd="0" parTransId="{453ABFE9-A308-4C32-80E9-47B6B6D6534B}" sibTransId="{5AAEB258-42A1-412C-B891-8823D8A66662}"/>
    <dgm:cxn modelId="{5D9E6FC3-9133-42CA-8D9B-CFC33C97EA10}" type="presOf" srcId="{B4C53B3A-9868-4143-8BA8-7310E55C68C7}" destId="{516715D4-72E3-43CB-9047-5F7049832AB1}" srcOrd="0" destOrd="0" presId="urn:microsoft.com/office/officeart/2005/8/layout/bProcess4"/>
    <dgm:cxn modelId="{85973FC6-5775-4023-ABA5-6DF65F83F2FA}" srcId="{8D34DBC0-0EFB-49AD-98FE-5CBD4335B456}" destId="{A4E1C45A-6C38-47EA-88AE-B034213E47AB}" srcOrd="10" destOrd="0" parTransId="{7B2A82CA-D923-4B80-BF8F-F978F3E0B21F}" sibTransId="{3442286F-CCAB-4220-A49B-2E9D20C1F526}"/>
    <dgm:cxn modelId="{E68DA5D3-6DB6-442E-97DB-E69FD5475DBF}" type="presOf" srcId="{5AAEB258-42A1-412C-B891-8823D8A66662}" destId="{46710311-299D-4F06-80E8-80AC432DC481}" srcOrd="0" destOrd="0" presId="urn:microsoft.com/office/officeart/2005/8/layout/bProcess4"/>
    <dgm:cxn modelId="{23C782D7-2DC2-4608-9CB1-591237CB4CF0}" type="presOf" srcId="{24709F47-60DE-469A-AD2C-DE7327958B48}" destId="{C67971E6-9C5B-4F26-8A90-E9DD2B9B368A}" srcOrd="0" destOrd="0" presId="urn:microsoft.com/office/officeart/2005/8/layout/bProcess4"/>
    <dgm:cxn modelId="{D7627FD8-ACCC-4B57-B286-7F433F9E0E3B}" type="presOf" srcId="{D75221FA-C6FB-46F4-957A-0BFFE3B35020}" destId="{99B3EE25-3909-4482-BA9E-AB84CBC4EC12}" srcOrd="0" destOrd="0" presId="urn:microsoft.com/office/officeart/2005/8/layout/bProcess4"/>
    <dgm:cxn modelId="{C1F3B5E0-1EEA-413D-9815-FB2C3D24D7DF}" type="presOf" srcId="{9B84693D-3DFD-4D13-823B-B83286ECE329}" destId="{628838C4-86DB-4BF9-8F70-235FC487DBDC}" srcOrd="0" destOrd="0" presId="urn:microsoft.com/office/officeart/2005/8/layout/bProcess4"/>
    <dgm:cxn modelId="{40189DE1-BEE5-429D-A7DC-7288CBE621EF}" type="presOf" srcId="{FDD0F078-60F8-40A7-8AD4-45C17B5BB363}" destId="{22C2DF3B-AD60-43B8-9363-669DFCE36913}" srcOrd="0" destOrd="0" presId="urn:microsoft.com/office/officeart/2005/8/layout/bProcess4"/>
    <dgm:cxn modelId="{4DC1A3E6-E268-49AA-81AC-C388054F76C5}" type="presOf" srcId="{A87C732B-3D5E-491A-B17C-79421D123E05}" destId="{D93EBBC3-8453-404A-A165-2096908CB8BB}" srcOrd="0" destOrd="0" presId="urn:microsoft.com/office/officeart/2005/8/layout/bProcess4"/>
    <dgm:cxn modelId="{851B04E8-188D-476A-8E6C-A60DCCCBC43C}" type="presOf" srcId="{A6374067-2217-4698-9611-D58FE972E33E}" destId="{5F73F7C9-A27F-456F-AD89-7C46230433F3}" srcOrd="0" destOrd="0" presId="urn:microsoft.com/office/officeart/2005/8/layout/bProcess4"/>
    <dgm:cxn modelId="{5E3523EA-0F80-4F27-93DF-45E272F77D41}" srcId="{8D34DBC0-0EFB-49AD-98FE-5CBD4335B456}" destId="{2B089CC8-9F2F-47B8-982A-B958BD058BA1}" srcOrd="14" destOrd="0" parTransId="{F51CA6D4-3639-4F64-8A65-205D1683470F}" sibTransId="{D75C8493-68E6-4E03-A47F-43FD9FFF82D0}"/>
    <dgm:cxn modelId="{7C079DEC-E9D1-452D-A382-84A8673D98C2}" type="presOf" srcId="{CB380365-9C38-4A93-B43B-71FA5F5DD235}" destId="{39D19F5F-2C43-41CA-83CF-9479FE2E2DAC}" srcOrd="0" destOrd="0" presId="urn:microsoft.com/office/officeart/2005/8/layout/bProcess4"/>
    <dgm:cxn modelId="{87356FF0-154B-4A4D-B0F3-E459D624DAC4}" type="presOf" srcId="{D75C8493-68E6-4E03-A47F-43FD9FFF82D0}" destId="{7331CA3D-D4DD-4E24-B509-8C83325744C5}" srcOrd="0" destOrd="0" presId="urn:microsoft.com/office/officeart/2005/8/layout/bProcess4"/>
    <dgm:cxn modelId="{61E544F5-3645-41CD-8A99-4BE1ED308F40}" type="presOf" srcId="{FEE1365F-C07A-4CFD-95ED-EE1FFC2133A5}" destId="{05172CF3-EA77-4094-8331-FA266F0B6F37}" srcOrd="0" destOrd="0" presId="urn:microsoft.com/office/officeart/2005/8/layout/bProcess4"/>
    <dgm:cxn modelId="{5CAE74F8-2F08-4E6E-932F-A76AC01B390E}" type="presOf" srcId="{631960E4-9813-4174-A9BD-25742EE8D627}" destId="{5E847FDE-871E-4612-BBD4-34F3BF8C5397}" srcOrd="0" destOrd="0" presId="urn:microsoft.com/office/officeart/2005/8/layout/bProcess4"/>
    <dgm:cxn modelId="{AB2B39F9-E591-4A67-8FED-97E49E3E6621}" type="presOf" srcId="{AE783C00-FFFA-4DA9-A0D1-06909C77863A}" destId="{92B0DC73-DBE8-4E63-8F52-3C7C434A3B61}" srcOrd="0" destOrd="0" presId="urn:microsoft.com/office/officeart/2005/8/layout/bProcess4"/>
    <dgm:cxn modelId="{07B224FC-0618-4AD4-90E3-F0BFC5D32B9D}" type="presOf" srcId="{55A310CC-7980-478C-A697-CC81FA50D194}" destId="{E2337E73-B053-4811-A68E-AC92FF1F2479}" srcOrd="0" destOrd="0" presId="urn:microsoft.com/office/officeart/2005/8/layout/bProcess4"/>
    <dgm:cxn modelId="{ADF47EFC-C79A-488C-AB95-B79AD140CB30}" srcId="{8D34DBC0-0EFB-49AD-98FE-5CBD4335B456}" destId="{AE783C00-FFFA-4DA9-A0D1-06909C77863A}" srcOrd="9" destOrd="0" parTransId="{97AA70BE-491E-4958-B8C4-CA24C3A3415E}" sibTransId="{24709F47-60DE-469A-AD2C-DE7327958B48}"/>
    <dgm:cxn modelId="{B10DE6FF-2128-4EC0-8889-FA7F0443197C}" type="presOf" srcId="{1BBB05ED-C7E4-4071-8B14-5BED40E0C475}" destId="{446153AB-5670-4717-8D81-87676545A72D}" srcOrd="0" destOrd="0" presId="urn:microsoft.com/office/officeart/2005/8/layout/bProcess4"/>
    <dgm:cxn modelId="{335C9685-FC62-4370-9FDB-8C4372A52B41}" type="presParOf" srcId="{BB3026A5-E1E0-41AD-AA9D-7464A3CF43DD}" destId="{86CCEBBE-B9E8-4ABD-894A-7BD01A2A79FA}" srcOrd="0" destOrd="0" presId="urn:microsoft.com/office/officeart/2005/8/layout/bProcess4"/>
    <dgm:cxn modelId="{ACC05A04-1120-4131-AEC3-45F9C960F6E2}" type="presParOf" srcId="{86CCEBBE-B9E8-4ABD-894A-7BD01A2A79FA}" destId="{C94ED499-CB7C-42A0-82ED-0F79831B1D8C}" srcOrd="0" destOrd="0" presId="urn:microsoft.com/office/officeart/2005/8/layout/bProcess4"/>
    <dgm:cxn modelId="{4CEEBD2C-A7C2-4292-B126-6AB125FD6065}" type="presParOf" srcId="{86CCEBBE-B9E8-4ABD-894A-7BD01A2A79FA}" destId="{5F73F7C9-A27F-456F-AD89-7C46230433F3}" srcOrd="1" destOrd="0" presId="urn:microsoft.com/office/officeart/2005/8/layout/bProcess4"/>
    <dgm:cxn modelId="{6BF89FCA-5A9C-4ED5-87C5-2D52CB4E5559}" type="presParOf" srcId="{BB3026A5-E1E0-41AD-AA9D-7464A3CF43DD}" destId="{5E847FDE-871E-4612-BBD4-34F3BF8C5397}" srcOrd="1" destOrd="0" presId="urn:microsoft.com/office/officeart/2005/8/layout/bProcess4"/>
    <dgm:cxn modelId="{425C5B2A-D01F-4440-BEED-2C56F0D03A46}" type="presParOf" srcId="{BB3026A5-E1E0-41AD-AA9D-7464A3CF43DD}" destId="{8E7B6944-68DF-498C-B91B-80474D478DC3}" srcOrd="2" destOrd="0" presId="urn:microsoft.com/office/officeart/2005/8/layout/bProcess4"/>
    <dgm:cxn modelId="{F53C6CE7-B0EA-4CF9-AC0C-FC7E5FADA503}" type="presParOf" srcId="{8E7B6944-68DF-498C-B91B-80474D478DC3}" destId="{AF9FE5B3-39FE-4056-BAE2-62FEF0B947C2}" srcOrd="0" destOrd="0" presId="urn:microsoft.com/office/officeart/2005/8/layout/bProcess4"/>
    <dgm:cxn modelId="{30268A4D-2867-4FE6-B2A3-C7BFEA01BCE0}" type="presParOf" srcId="{8E7B6944-68DF-498C-B91B-80474D478DC3}" destId="{3A226091-2C2E-4E1C-8232-DDC3D0203F69}" srcOrd="1" destOrd="0" presId="urn:microsoft.com/office/officeart/2005/8/layout/bProcess4"/>
    <dgm:cxn modelId="{D5802B28-57A6-4C10-AF13-0B00845FAB55}" type="presParOf" srcId="{BB3026A5-E1E0-41AD-AA9D-7464A3CF43DD}" destId="{9EB3F751-7310-4EEB-8828-3A8D4E8F642E}" srcOrd="3" destOrd="0" presId="urn:microsoft.com/office/officeart/2005/8/layout/bProcess4"/>
    <dgm:cxn modelId="{F3116265-4125-418E-8F04-9B3AC6EE4226}" type="presParOf" srcId="{BB3026A5-E1E0-41AD-AA9D-7464A3CF43DD}" destId="{CBD59766-F210-484D-B86B-7113270DB588}" srcOrd="4" destOrd="0" presId="urn:microsoft.com/office/officeart/2005/8/layout/bProcess4"/>
    <dgm:cxn modelId="{748AE39F-C551-46F9-87E8-0634710145A5}" type="presParOf" srcId="{CBD59766-F210-484D-B86B-7113270DB588}" destId="{9356CCA7-674A-4363-811E-1F9320BF5F3E}" srcOrd="0" destOrd="0" presId="urn:microsoft.com/office/officeart/2005/8/layout/bProcess4"/>
    <dgm:cxn modelId="{D3243EA9-3A07-4C98-98E6-7410AC0AB212}" type="presParOf" srcId="{CBD59766-F210-484D-B86B-7113270DB588}" destId="{C4C867C6-0609-41FD-AB7F-87018003BD24}" srcOrd="1" destOrd="0" presId="urn:microsoft.com/office/officeart/2005/8/layout/bProcess4"/>
    <dgm:cxn modelId="{FBEFB265-8BCC-4FF2-9EC8-58EDA395397E}" type="presParOf" srcId="{BB3026A5-E1E0-41AD-AA9D-7464A3CF43DD}" destId="{D93EBBC3-8453-404A-A165-2096908CB8BB}" srcOrd="5" destOrd="0" presId="urn:microsoft.com/office/officeart/2005/8/layout/bProcess4"/>
    <dgm:cxn modelId="{6140DFC6-59CB-4A59-953E-8C1442AFCD2A}" type="presParOf" srcId="{BB3026A5-E1E0-41AD-AA9D-7464A3CF43DD}" destId="{CE608877-61DB-488B-BEBD-CA08EA26D968}" srcOrd="6" destOrd="0" presId="urn:microsoft.com/office/officeart/2005/8/layout/bProcess4"/>
    <dgm:cxn modelId="{AF776970-FD59-4135-9F80-B1BA694048E7}" type="presParOf" srcId="{CE608877-61DB-488B-BEBD-CA08EA26D968}" destId="{2A699F23-5E3D-43FC-91F2-F3E1052546A0}" srcOrd="0" destOrd="0" presId="urn:microsoft.com/office/officeart/2005/8/layout/bProcess4"/>
    <dgm:cxn modelId="{D101679B-C71C-4DA8-BF20-36745DCA0BC3}" type="presParOf" srcId="{CE608877-61DB-488B-BEBD-CA08EA26D968}" destId="{C7B1D6B7-66E6-43BD-A933-93F7636C0B31}" srcOrd="1" destOrd="0" presId="urn:microsoft.com/office/officeart/2005/8/layout/bProcess4"/>
    <dgm:cxn modelId="{7C84A1E1-13B3-434E-9CB1-A6903EAC9642}" type="presParOf" srcId="{BB3026A5-E1E0-41AD-AA9D-7464A3CF43DD}" destId="{516715D4-72E3-43CB-9047-5F7049832AB1}" srcOrd="7" destOrd="0" presId="urn:microsoft.com/office/officeart/2005/8/layout/bProcess4"/>
    <dgm:cxn modelId="{A87BF766-2B88-41FB-8198-68062225A2E7}" type="presParOf" srcId="{BB3026A5-E1E0-41AD-AA9D-7464A3CF43DD}" destId="{2413261C-3295-42FB-A5CB-1FB764CED8E2}" srcOrd="8" destOrd="0" presId="urn:microsoft.com/office/officeart/2005/8/layout/bProcess4"/>
    <dgm:cxn modelId="{49ED5C87-A844-4E23-BCAA-21AC66FB7899}" type="presParOf" srcId="{2413261C-3295-42FB-A5CB-1FB764CED8E2}" destId="{36B6A015-19F2-4C64-AC81-9AB3065911F4}" srcOrd="0" destOrd="0" presId="urn:microsoft.com/office/officeart/2005/8/layout/bProcess4"/>
    <dgm:cxn modelId="{E5ED131A-71E9-45A6-9B1B-F8F8E7C53097}" type="presParOf" srcId="{2413261C-3295-42FB-A5CB-1FB764CED8E2}" destId="{EFBA9A2C-C2D7-41DA-AF56-1FB66A92E7D9}" srcOrd="1" destOrd="0" presId="urn:microsoft.com/office/officeart/2005/8/layout/bProcess4"/>
    <dgm:cxn modelId="{3B3FA56A-7671-4D81-8117-F7059A606BC1}" type="presParOf" srcId="{BB3026A5-E1E0-41AD-AA9D-7464A3CF43DD}" destId="{46710311-299D-4F06-80E8-80AC432DC481}" srcOrd="9" destOrd="0" presId="urn:microsoft.com/office/officeart/2005/8/layout/bProcess4"/>
    <dgm:cxn modelId="{A7F7CB60-35EB-4816-8564-8DAE8D214475}" type="presParOf" srcId="{BB3026A5-E1E0-41AD-AA9D-7464A3CF43DD}" destId="{C0932476-EBB8-4588-9EEE-047D96E4ED03}" srcOrd="10" destOrd="0" presId="urn:microsoft.com/office/officeart/2005/8/layout/bProcess4"/>
    <dgm:cxn modelId="{3E6675BC-592C-402A-BB91-182B4BB293F0}" type="presParOf" srcId="{C0932476-EBB8-4588-9EEE-047D96E4ED03}" destId="{906C19F8-64B4-4906-A914-15D7F9DD43C6}" srcOrd="0" destOrd="0" presId="urn:microsoft.com/office/officeart/2005/8/layout/bProcess4"/>
    <dgm:cxn modelId="{A9F7B808-9898-42ED-8F6A-A8D06C9DBA31}" type="presParOf" srcId="{C0932476-EBB8-4588-9EEE-047D96E4ED03}" destId="{6AF249D8-1274-4587-AE66-DAB8CE8593A2}" srcOrd="1" destOrd="0" presId="urn:microsoft.com/office/officeart/2005/8/layout/bProcess4"/>
    <dgm:cxn modelId="{B203A107-C8DA-4827-B8F9-5215B5FC2251}" type="presParOf" srcId="{BB3026A5-E1E0-41AD-AA9D-7464A3CF43DD}" destId="{85C3C05C-8F79-4732-AE16-7E033AB44519}" srcOrd="11" destOrd="0" presId="urn:microsoft.com/office/officeart/2005/8/layout/bProcess4"/>
    <dgm:cxn modelId="{64389785-5F8E-4BFF-85A3-B725B4D45F3E}" type="presParOf" srcId="{BB3026A5-E1E0-41AD-AA9D-7464A3CF43DD}" destId="{3CFBDB32-6878-4DA0-8D8E-183DE62F53B0}" srcOrd="12" destOrd="0" presId="urn:microsoft.com/office/officeart/2005/8/layout/bProcess4"/>
    <dgm:cxn modelId="{42A43088-ED05-47D6-9A8D-9FA3931636B4}" type="presParOf" srcId="{3CFBDB32-6878-4DA0-8D8E-183DE62F53B0}" destId="{66E30A42-7EE9-40E1-9D37-A02658F2B4E9}" srcOrd="0" destOrd="0" presId="urn:microsoft.com/office/officeart/2005/8/layout/bProcess4"/>
    <dgm:cxn modelId="{419D3A91-DAED-45C0-92B9-0955EAE5B953}" type="presParOf" srcId="{3CFBDB32-6878-4DA0-8D8E-183DE62F53B0}" destId="{2289242C-0227-4B3B-B7C8-3EA6C04ACA82}" srcOrd="1" destOrd="0" presId="urn:microsoft.com/office/officeart/2005/8/layout/bProcess4"/>
    <dgm:cxn modelId="{6C24CB9D-DFFF-4825-90BB-AC0577165F62}" type="presParOf" srcId="{BB3026A5-E1E0-41AD-AA9D-7464A3CF43DD}" destId="{8C9C2A87-29D1-423F-8B23-ACD62BCC88C7}" srcOrd="13" destOrd="0" presId="urn:microsoft.com/office/officeart/2005/8/layout/bProcess4"/>
    <dgm:cxn modelId="{AF87F878-5F8C-4E40-A9FC-BB50D7905106}" type="presParOf" srcId="{BB3026A5-E1E0-41AD-AA9D-7464A3CF43DD}" destId="{3112AAE5-87F8-4A12-BE39-66F4950C93F9}" srcOrd="14" destOrd="0" presId="urn:microsoft.com/office/officeart/2005/8/layout/bProcess4"/>
    <dgm:cxn modelId="{FBCDD62C-4BC5-4254-9ED7-4A8929892C63}" type="presParOf" srcId="{3112AAE5-87F8-4A12-BE39-66F4950C93F9}" destId="{76348EB6-16EB-4D9F-AF9A-7EDC624F93BA}" srcOrd="0" destOrd="0" presId="urn:microsoft.com/office/officeart/2005/8/layout/bProcess4"/>
    <dgm:cxn modelId="{119D30D7-B462-463C-98C4-77A0B6C79D38}" type="presParOf" srcId="{3112AAE5-87F8-4A12-BE39-66F4950C93F9}" destId="{628838C4-86DB-4BF9-8F70-235FC487DBDC}" srcOrd="1" destOrd="0" presId="urn:microsoft.com/office/officeart/2005/8/layout/bProcess4"/>
    <dgm:cxn modelId="{44EB773F-D9E1-457C-B342-A56D14DE2FEA}" type="presParOf" srcId="{BB3026A5-E1E0-41AD-AA9D-7464A3CF43DD}" destId="{05172CF3-EA77-4094-8331-FA266F0B6F37}" srcOrd="15" destOrd="0" presId="urn:microsoft.com/office/officeart/2005/8/layout/bProcess4"/>
    <dgm:cxn modelId="{537782F1-021C-4D2F-A5BA-6B2D4B5173A7}" type="presParOf" srcId="{BB3026A5-E1E0-41AD-AA9D-7464A3CF43DD}" destId="{BB736D04-B841-4F06-8C3E-BEFD78DC1CC8}" srcOrd="16" destOrd="0" presId="urn:microsoft.com/office/officeart/2005/8/layout/bProcess4"/>
    <dgm:cxn modelId="{2CF38EF9-E1FB-4236-AB6D-46C89BC1C679}" type="presParOf" srcId="{BB736D04-B841-4F06-8C3E-BEFD78DC1CC8}" destId="{D20BF7EA-A399-42F3-984F-93BD8FDCE67F}" srcOrd="0" destOrd="0" presId="urn:microsoft.com/office/officeart/2005/8/layout/bProcess4"/>
    <dgm:cxn modelId="{0E8E62CE-3868-4BEF-9AEC-133CFA5216C8}" type="presParOf" srcId="{BB736D04-B841-4F06-8C3E-BEFD78DC1CC8}" destId="{22C2DF3B-AD60-43B8-9363-669DFCE36913}" srcOrd="1" destOrd="0" presId="urn:microsoft.com/office/officeart/2005/8/layout/bProcess4"/>
    <dgm:cxn modelId="{A9D5A2BF-14CB-4E2D-B75E-A0E71B53989A}" type="presParOf" srcId="{BB3026A5-E1E0-41AD-AA9D-7464A3CF43DD}" destId="{E2337E73-B053-4811-A68E-AC92FF1F2479}" srcOrd="17" destOrd="0" presId="urn:microsoft.com/office/officeart/2005/8/layout/bProcess4"/>
    <dgm:cxn modelId="{309F2BDD-35AE-463C-A654-D0D80CF332E3}" type="presParOf" srcId="{BB3026A5-E1E0-41AD-AA9D-7464A3CF43DD}" destId="{47FA6CF3-3320-4416-9075-91253EFF8D8D}" srcOrd="18" destOrd="0" presId="urn:microsoft.com/office/officeart/2005/8/layout/bProcess4"/>
    <dgm:cxn modelId="{D1AEFC98-9A93-49F7-9D54-D8292007DE30}" type="presParOf" srcId="{47FA6CF3-3320-4416-9075-91253EFF8D8D}" destId="{FB10190E-78C2-4767-BD61-CDB91C8B6643}" srcOrd="0" destOrd="0" presId="urn:microsoft.com/office/officeart/2005/8/layout/bProcess4"/>
    <dgm:cxn modelId="{7C60EA9B-233C-4FBF-9E8C-59B656571E95}" type="presParOf" srcId="{47FA6CF3-3320-4416-9075-91253EFF8D8D}" destId="{92B0DC73-DBE8-4E63-8F52-3C7C434A3B61}" srcOrd="1" destOrd="0" presId="urn:microsoft.com/office/officeart/2005/8/layout/bProcess4"/>
    <dgm:cxn modelId="{F537D1F8-0CB0-4840-8997-95BD512EFADE}" type="presParOf" srcId="{BB3026A5-E1E0-41AD-AA9D-7464A3CF43DD}" destId="{C67971E6-9C5B-4F26-8A90-E9DD2B9B368A}" srcOrd="19" destOrd="0" presId="urn:microsoft.com/office/officeart/2005/8/layout/bProcess4"/>
    <dgm:cxn modelId="{C7E4D844-1FB3-4CD1-8017-68D7880D31ED}" type="presParOf" srcId="{BB3026A5-E1E0-41AD-AA9D-7464A3CF43DD}" destId="{C4FDCCA0-14AA-425A-988C-5E59FF6FC2CA}" srcOrd="20" destOrd="0" presId="urn:microsoft.com/office/officeart/2005/8/layout/bProcess4"/>
    <dgm:cxn modelId="{03597B34-9498-448A-91DB-2362478C6251}" type="presParOf" srcId="{C4FDCCA0-14AA-425A-988C-5E59FF6FC2CA}" destId="{0132FB4F-A3BD-4CF9-A02C-E68C9912DDE3}" srcOrd="0" destOrd="0" presId="urn:microsoft.com/office/officeart/2005/8/layout/bProcess4"/>
    <dgm:cxn modelId="{84F4CD06-D236-4D6C-9171-6F5580890AFF}" type="presParOf" srcId="{C4FDCCA0-14AA-425A-988C-5E59FF6FC2CA}" destId="{B15E7C8A-966A-414D-8D3E-D14A436BF59B}" srcOrd="1" destOrd="0" presId="urn:microsoft.com/office/officeart/2005/8/layout/bProcess4"/>
    <dgm:cxn modelId="{F3E13A73-A756-4603-82BE-F0DFA133A5B2}" type="presParOf" srcId="{BB3026A5-E1E0-41AD-AA9D-7464A3CF43DD}" destId="{5C628DB9-7E14-4264-B592-190B717B06FD}" srcOrd="21" destOrd="0" presId="urn:microsoft.com/office/officeart/2005/8/layout/bProcess4"/>
    <dgm:cxn modelId="{C511CAAF-1CD4-45BA-BA6B-A326B4E9D87F}" type="presParOf" srcId="{BB3026A5-E1E0-41AD-AA9D-7464A3CF43DD}" destId="{694CCA19-484A-4E34-8FD2-F359031E1622}" srcOrd="22" destOrd="0" presId="urn:microsoft.com/office/officeart/2005/8/layout/bProcess4"/>
    <dgm:cxn modelId="{74A9CC3F-3219-4D08-AA7B-86CADC36909E}" type="presParOf" srcId="{694CCA19-484A-4E34-8FD2-F359031E1622}" destId="{D21B630F-CC2E-41F5-9122-D12582C4855E}" srcOrd="0" destOrd="0" presId="urn:microsoft.com/office/officeart/2005/8/layout/bProcess4"/>
    <dgm:cxn modelId="{7CEB6CBD-B9EA-4254-AB1A-363551D06A58}" type="presParOf" srcId="{694CCA19-484A-4E34-8FD2-F359031E1622}" destId="{446153AB-5670-4717-8D81-87676545A72D}" srcOrd="1" destOrd="0" presId="urn:microsoft.com/office/officeart/2005/8/layout/bProcess4"/>
    <dgm:cxn modelId="{DC4DC7B6-BB14-4320-9467-5371F600513E}" type="presParOf" srcId="{BB3026A5-E1E0-41AD-AA9D-7464A3CF43DD}" destId="{B30C805E-A2A6-41A3-813E-77C0A4D1D978}" srcOrd="23" destOrd="0" presId="urn:microsoft.com/office/officeart/2005/8/layout/bProcess4"/>
    <dgm:cxn modelId="{34C7B7B4-03C7-4167-9069-26BF25B5677A}" type="presParOf" srcId="{BB3026A5-E1E0-41AD-AA9D-7464A3CF43DD}" destId="{AAABBB62-ABF5-41B4-ADCE-7A6E93ACC776}" srcOrd="24" destOrd="0" presId="urn:microsoft.com/office/officeart/2005/8/layout/bProcess4"/>
    <dgm:cxn modelId="{E5C8E926-D65F-4C1A-84D9-4065BEDF5018}" type="presParOf" srcId="{AAABBB62-ABF5-41B4-ADCE-7A6E93ACC776}" destId="{86EF3173-D84F-43B2-B0A7-D6E8071D7151}" srcOrd="0" destOrd="0" presId="urn:microsoft.com/office/officeart/2005/8/layout/bProcess4"/>
    <dgm:cxn modelId="{F4D65F73-9C2E-4034-9FCB-9F14FA38FFE2}" type="presParOf" srcId="{AAABBB62-ABF5-41B4-ADCE-7A6E93ACC776}" destId="{9B150EBE-A23F-45E3-AD18-037210C534BF}" srcOrd="1" destOrd="0" presId="urn:microsoft.com/office/officeart/2005/8/layout/bProcess4"/>
    <dgm:cxn modelId="{E01F4B53-CB4A-48DD-A2F1-60D446E56D99}" type="presParOf" srcId="{BB3026A5-E1E0-41AD-AA9D-7464A3CF43DD}" destId="{6913B2ED-14CC-4AB5-9529-FB2E13537A97}" srcOrd="25" destOrd="0" presId="urn:microsoft.com/office/officeart/2005/8/layout/bProcess4"/>
    <dgm:cxn modelId="{25105F43-9CB9-407B-8666-C22BEE31138D}" type="presParOf" srcId="{BB3026A5-E1E0-41AD-AA9D-7464A3CF43DD}" destId="{28C44177-3C71-476B-B1C1-2BE652A3C03C}" srcOrd="26" destOrd="0" presId="urn:microsoft.com/office/officeart/2005/8/layout/bProcess4"/>
    <dgm:cxn modelId="{281D2A1D-5D06-4DA4-8861-B404FAED6F6B}" type="presParOf" srcId="{28C44177-3C71-476B-B1C1-2BE652A3C03C}" destId="{960B6ECC-734E-4B14-9EC0-C933D5EE61B8}" srcOrd="0" destOrd="0" presId="urn:microsoft.com/office/officeart/2005/8/layout/bProcess4"/>
    <dgm:cxn modelId="{A9E0947C-F842-4F06-8772-BAE89BDCAC21}" type="presParOf" srcId="{28C44177-3C71-476B-B1C1-2BE652A3C03C}" destId="{8553582A-6DD0-48CC-BAC9-9A2B76051D06}" srcOrd="1" destOrd="0" presId="urn:microsoft.com/office/officeart/2005/8/layout/bProcess4"/>
    <dgm:cxn modelId="{3BBBEEF9-3084-4F61-B383-6D41CACA47DA}" type="presParOf" srcId="{BB3026A5-E1E0-41AD-AA9D-7464A3CF43DD}" destId="{3D1C520D-5A1B-4BEF-A4D2-5372603F74ED}" srcOrd="27" destOrd="0" presId="urn:microsoft.com/office/officeart/2005/8/layout/bProcess4"/>
    <dgm:cxn modelId="{BED9B6D0-C36B-4482-B511-80AA9C22A03F}" type="presParOf" srcId="{BB3026A5-E1E0-41AD-AA9D-7464A3CF43DD}" destId="{F3A125CE-BC8B-4C5B-9E1F-813A62C76ABA}" srcOrd="28" destOrd="0" presId="urn:microsoft.com/office/officeart/2005/8/layout/bProcess4"/>
    <dgm:cxn modelId="{EFDCA87C-A177-4B69-8D4D-5BED0A4384E9}" type="presParOf" srcId="{F3A125CE-BC8B-4C5B-9E1F-813A62C76ABA}" destId="{3C754C02-972D-41C7-BA97-F943BFADE7C1}" srcOrd="0" destOrd="0" presId="urn:microsoft.com/office/officeart/2005/8/layout/bProcess4"/>
    <dgm:cxn modelId="{D0B1CD68-EFA6-4AE9-964A-B29A5938881A}" type="presParOf" srcId="{F3A125CE-BC8B-4C5B-9E1F-813A62C76ABA}" destId="{1CAD0C39-6700-4BCE-AB7E-C3E8DB05091B}" srcOrd="1" destOrd="0" presId="urn:microsoft.com/office/officeart/2005/8/layout/bProcess4"/>
    <dgm:cxn modelId="{86E9D9C4-A2D8-41EC-9C28-3EB42FD584D5}" type="presParOf" srcId="{BB3026A5-E1E0-41AD-AA9D-7464A3CF43DD}" destId="{7331CA3D-D4DD-4E24-B509-8C83325744C5}" srcOrd="29" destOrd="0" presId="urn:microsoft.com/office/officeart/2005/8/layout/bProcess4"/>
    <dgm:cxn modelId="{580B91C8-FAFC-4485-9672-5E53B2522D7A}" type="presParOf" srcId="{BB3026A5-E1E0-41AD-AA9D-7464A3CF43DD}" destId="{616B38F3-1020-4113-8B04-4CC699275EDF}" srcOrd="30" destOrd="0" presId="urn:microsoft.com/office/officeart/2005/8/layout/bProcess4"/>
    <dgm:cxn modelId="{2808EB08-0052-4274-B974-62D90F967A77}" type="presParOf" srcId="{616B38F3-1020-4113-8B04-4CC699275EDF}" destId="{81545105-3EE7-4CF1-A7D0-248ADB0540FA}" srcOrd="0" destOrd="0" presId="urn:microsoft.com/office/officeart/2005/8/layout/bProcess4"/>
    <dgm:cxn modelId="{A5A58B89-CAFD-4B2A-9A3E-24C9EA1E30B7}" type="presParOf" srcId="{616B38F3-1020-4113-8B04-4CC699275EDF}" destId="{99B3EE25-3909-4482-BA9E-AB84CBC4EC12}" srcOrd="1" destOrd="0" presId="urn:microsoft.com/office/officeart/2005/8/layout/bProcess4"/>
    <dgm:cxn modelId="{AEF27EEA-3B4D-4A72-8BD1-7076896E677D}" type="presParOf" srcId="{BB3026A5-E1E0-41AD-AA9D-7464A3CF43DD}" destId="{39D19F5F-2C43-41CA-83CF-9479FE2E2DAC}" srcOrd="31" destOrd="0" presId="urn:microsoft.com/office/officeart/2005/8/layout/bProcess4"/>
    <dgm:cxn modelId="{E1F60FDB-1655-4B92-A9FB-0E59C523CFA2}" type="presParOf" srcId="{BB3026A5-E1E0-41AD-AA9D-7464A3CF43DD}" destId="{EDD79F76-7FB1-40AC-A50D-6C8BDA2BD8B9}" srcOrd="32" destOrd="0" presId="urn:microsoft.com/office/officeart/2005/8/layout/bProcess4"/>
    <dgm:cxn modelId="{6DE6470A-A409-4A01-8D38-223713AF0588}" type="presParOf" srcId="{EDD79F76-7FB1-40AC-A50D-6C8BDA2BD8B9}" destId="{98514AD5-19E0-4FEB-8A93-04134CBA99D3}" srcOrd="0" destOrd="0" presId="urn:microsoft.com/office/officeart/2005/8/layout/bProcess4"/>
    <dgm:cxn modelId="{7A446A8E-B147-46AD-A1AC-2494FBE17262}" type="presParOf" srcId="{EDD79F76-7FB1-40AC-A50D-6C8BDA2BD8B9}" destId="{2FBB43C6-3350-4573-80D2-F487DA23B4FB}" srcOrd="1" destOrd="0" presId="urn:microsoft.com/office/officeart/2005/8/layout/b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797A997-1D3F-4B25-98A8-2FB57A6A5CB8}" type="doc">
      <dgm:prSet loTypeId="urn:microsoft.com/office/officeart/2005/8/layout/rings+Icon" loCatId="officeonline" qsTypeId="urn:microsoft.com/office/officeart/2005/8/quickstyle/simple1" qsCatId="simple" csTypeId="urn:microsoft.com/office/officeart/2005/8/colors/colorful5" csCatId="colorful" phldr="1"/>
      <dgm:spPr/>
      <dgm:t>
        <a:bodyPr/>
        <a:lstStyle/>
        <a:p>
          <a:endParaRPr lang="en-US"/>
        </a:p>
      </dgm:t>
    </dgm:pt>
    <dgm:pt modelId="{514C0C90-C385-44D0-BC90-B1AED444A295}">
      <dgm:prSet/>
      <dgm:spPr/>
      <dgm:t>
        <a:bodyPr/>
        <a:lstStyle/>
        <a:p>
          <a:r>
            <a:rPr lang="en-US"/>
            <a:t>Khả năng mở rộng</a:t>
          </a:r>
          <a:endParaRPr lang="en-US" dirty="0"/>
        </a:p>
      </dgm:t>
    </dgm:pt>
    <dgm:pt modelId="{10FDC60A-3DE6-4DFE-8E53-04EBEB866940}" cxnId="{D8E7E5D0-6A45-4DCF-9D26-BDA44F944D88}" type="parTrans">
      <dgm:prSet/>
      <dgm:spPr/>
      <dgm:t>
        <a:bodyPr/>
        <a:lstStyle/>
        <a:p>
          <a:endParaRPr lang="en-US"/>
        </a:p>
      </dgm:t>
    </dgm:pt>
    <dgm:pt modelId="{59B172A9-4C94-442A-9554-14D8BB5C9926}" cxnId="{D8E7E5D0-6A45-4DCF-9D26-BDA44F944D88}" type="sibTrans">
      <dgm:prSet/>
      <dgm:spPr/>
      <dgm:t>
        <a:bodyPr/>
        <a:lstStyle/>
        <a:p>
          <a:endParaRPr lang="en-US"/>
        </a:p>
      </dgm:t>
    </dgm:pt>
    <dgm:pt modelId="{F3DC023E-5611-4E38-B38B-0A0D35ACFAFA}">
      <dgm:prSet/>
      <dgm:spPr/>
      <dgm:t>
        <a:bodyPr/>
        <a:lstStyle/>
        <a:p>
          <a:r>
            <a:rPr lang="en-US" dirty="0" err="1"/>
            <a:t>Tính</a:t>
          </a:r>
          <a:r>
            <a:rPr lang="en-US" dirty="0"/>
            <a:t> </a:t>
          </a:r>
          <a:r>
            <a:rPr lang="en-US" dirty="0" err="1"/>
            <a:t>bảo</a:t>
          </a:r>
          <a:r>
            <a:rPr lang="en-US" dirty="0"/>
            <a:t> </a:t>
          </a:r>
          <a:r>
            <a:rPr lang="en-US" dirty="0" err="1"/>
            <a:t>mật</a:t>
          </a:r>
          <a:endParaRPr lang="en-US" dirty="0"/>
        </a:p>
      </dgm:t>
    </dgm:pt>
    <dgm:pt modelId="{8CF4E51C-989C-4AAF-B953-023113F7DB15}" cxnId="{7C3CB3E6-631B-4158-9A9C-91DF37B7F58A}" type="parTrans">
      <dgm:prSet/>
      <dgm:spPr/>
      <dgm:t>
        <a:bodyPr/>
        <a:lstStyle/>
        <a:p>
          <a:endParaRPr lang="en-US"/>
        </a:p>
      </dgm:t>
    </dgm:pt>
    <dgm:pt modelId="{6EE8A4BA-DD06-48D6-9C2C-8F502C0DA2B5}" cxnId="{7C3CB3E6-631B-4158-9A9C-91DF37B7F58A}" type="sibTrans">
      <dgm:prSet/>
      <dgm:spPr/>
      <dgm:t>
        <a:bodyPr/>
        <a:lstStyle/>
        <a:p>
          <a:endParaRPr lang="en-US"/>
        </a:p>
      </dgm:t>
    </dgm:pt>
    <dgm:pt modelId="{6D319662-0D5C-43E3-B820-45F82C18526D}">
      <dgm:prSet/>
      <dgm:spPr/>
      <dgm:t>
        <a:bodyPr/>
        <a:lstStyle/>
        <a:p>
          <a:r>
            <a:rPr lang="en-US" dirty="0"/>
            <a:t>Giao </a:t>
          </a:r>
          <a:r>
            <a:rPr lang="en-US" dirty="0" err="1"/>
            <a:t>diện</a:t>
          </a:r>
          <a:r>
            <a:rPr lang="en-US" dirty="0"/>
            <a:t> </a:t>
          </a:r>
          <a:r>
            <a:rPr lang="en-US" dirty="0" err="1"/>
            <a:t>thân</a:t>
          </a:r>
          <a:r>
            <a:rPr lang="en-US" dirty="0"/>
            <a:t> </a:t>
          </a:r>
          <a:r>
            <a:rPr lang="en-US" dirty="0" err="1"/>
            <a:t>thiện</a:t>
          </a:r>
          <a:endParaRPr lang="en-US" dirty="0"/>
        </a:p>
      </dgm:t>
    </dgm:pt>
    <dgm:pt modelId="{F9FCBC96-9111-40F7-9FDD-E814BF97A975}" cxnId="{AC86597A-6950-408B-9B2C-32C81994780A}" type="parTrans">
      <dgm:prSet/>
      <dgm:spPr/>
      <dgm:t>
        <a:bodyPr/>
        <a:lstStyle/>
        <a:p>
          <a:endParaRPr lang="en-US"/>
        </a:p>
      </dgm:t>
    </dgm:pt>
    <dgm:pt modelId="{5B434B3C-BCB8-40DD-8F6E-0B04F35DFFDE}" cxnId="{AC86597A-6950-408B-9B2C-32C81994780A}" type="sibTrans">
      <dgm:prSet/>
      <dgm:spPr/>
      <dgm:t>
        <a:bodyPr/>
        <a:lstStyle/>
        <a:p>
          <a:endParaRPr lang="en-US"/>
        </a:p>
      </dgm:t>
    </dgm:pt>
    <dgm:pt modelId="{982B909C-C3AF-4C59-9CCA-E280C76DB795}">
      <dgm:prSet/>
      <dgm:spPr/>
      <dgm:t>
        <a:bodyPr/>
        <a:lstStyle/>
        <a:p>
          <a:r>
            <a:rPr lang="en-US" dirty="0" err="1"/>
            <a:t>Tương</a:t>
          </a:r>
          <a:r>
            <a:rPr lang="en-US" dirty="0"/>
            <a:t> </a:t>
          </a:r>
          <a:r>
            <a:rPr lang="en-US" dirty="0" err="1"/>
            <a:t>thích</a:t>
          </a:r>
          <a:r>
            <a:rPr lang="en-US" dirty="0"/>
            <a:t> </a:t>
          </a:r>
          <a:r>
            <a:rPr lang="en-US" dirty="0" err="1"/>
            <a:t>các</a:t>
          </a:r>
          <a:r>
            <a:rPr lang="en-US" dirty="0"/>
            <a:t> </a:t>
          </a:r>
          <a:r>
            <a:rPr lang="en-US" dirty="0" err="1"/>
            <a:t>trình</a:t>
          </a:r>
          <a:r>
            <a:rPr lang="en-US" dirty="0"/>
            <a:t> </a:t>
          </a:r>
          <a:r>
            <a:rPr lang="en-US" dirty="0" err="1"/>
            <a:t>duyệt</a:t>
          </a:r>
          <a:r>
            <a:rPr lang="en-US" dirty="0"/>
            <a:t> </a:t>
          </a:r>
          <a:r>
            <a:rPr lang="en-US" dirty="0" err="1"/>
            <a:t>phổ</a:t>
          </a:r>
          <a:r>
            <a:rPr lang="en-US" dirty="0"/>
            <a:t> </a:t>
          </a:r>
          <a:r>
            <a:rPr lang="en-US" dirty="0" err="1"/>
            <a:t>biến</a:t>
          </a:r>
          <a:r>
            <a:rPr lang="en-US" dirty="0"/>
            <a:t>: Chrome, Firefox,…</a:t>
          </a:r>
        </a:p>
      </dgm:t>
    </dgm:pt>
    <dgm:pt modelId="{18C26E8D-3879-4917-9D5D-98D2735B4971}" cxnId="{A65DD797-93E6-4C23-80A7-6EE22F10C090}" type="parTrans">
      <dgm:prSet/>
      <dgm:spPr/>
      <dgm:t>
        <a:bodyPr/>
        <a:lstStyle/>
        <a:p>
          <a:endParaRPr lang="en-US"/>
        </a:p>
      </dgm:t>
    </dgm:pt>
    <dgm:pt modelId="{A0016842-3356-4F88-9F46-8C5C7E2B22C6}" cxnId="{A65DD797-93E6-4C23-80A7-6EE22F10C090}" type="sibTrans">
      <dgm:prSet/>
      <dgm:spPr/>
      <dgm:t>
        <a:bodyPr/>
        <a:lstStyle/>
        <a:p>
          <a:endParaRPr lang="en-US"/>
        </a:p>
      </dgm:t>
    </dgm:pt>
    <dgm:pt modelId="{CDAFEDCB-8ADB-41F5-8B15-AACEC6DBE364}" type="pres">
      <dgm:prSet presAssocID="{0797A997-1D3F-4B25-98A8-2FB57A6A5CB8}" presName="Name0" presStyleCnt="0">
        <dgm:presLayoutVars>
          <dgm:chMax val="7"/>
          <dgm:dir/>
          <dgm:resizeHandles val="exact"/>
        </dgm:presLayoutVars>
      </dgm:prSet>
      <dgm:spPr/>
    </dgm:pt>
    <dgm:pt modelId="{38906A0B-30BC-452A-8B0B-E7440A5CC14A}" type="pres">
      <dgm:prSet presAssocID="{0797A997-1D3F-4B25-98A8-2FB57A6A5CB8}" presName="ellipse1" presStyleLbl="vennNode1" presStyleIdx="0" presStyleCnt="4" custLinFactNeighborX="-11266" custLinFactNeighborY="-10729">
        <dgm:presLayoutVars>
          <dgm:bulletEnabled val="1"/>
        </dgm:presLayoutVars>
      </dgm:prSet>
      <dgm:spPr/>
    </dgm:pt>
    <dgm:pt modelId="{40C6D015-55DA-4CED-B649-72E2E8FFBFFE}" type="pres">
      <dgm:prSet presAssocID="{0797A997-1D3F-4B25-98A8-2FB57A6A5CB8}" presName="ellipse2" presStyleLbl="vennNode1" presStyleIdx="1" presStyleCnt="4" custLinFactNeighborX="-12556" custLinFactNeighborY="14076">
        <dgm:presLayoutVars>
          <dgm:bulletEnabled val="1"/>
        </dgm:presLayoutVars>
      </dgm:prSet>
      <dgm:spPr/>
    </dgm:pt>
    <dgm:pt modelId="{F003B26E-53B4-4AF2-8B21-571579D9A522}" type="pres">
      <dgm:prSet presAssocID="{0797A997-1D3F-4B25-98A8-2FB57A6A5CB8}" presName="ellipse3" presStyleLbl="vennNode1" presStyleIdx="2" presStyleCnt="4" custLinFactNeighborX="2286" custLinFactNeighborY="1727">
        <dgm:presLayoutVars>
          <dgm:bulletEnabled val="1"/>
        </dgm:presLayoutVars>
      </dgm:prSet>
      <dgm:spPr/>
    </dgm:pt>
    <dgm:pt modelId="{22AD7E15-7717-4DEF-BF04-AEB5568C6CE7}" type="pres">
      <dgm:prSet presAssocID="{0797A997-1D3F-4B25-98A8-2FB57A6A5CB8}" presName="ellipse4" presStyleLbl="vennNode1" presStyleIdx="3" presStyleCnt="4" custLinFactNeighborX="18218" custLinFactNeighborY="1989">
        <dgm:presLayoutVars>
          <dgm:bulletEnabled val="1"/>
        </dgm:presLayoutVars>
      </dgm:prSet>
      <dgm:spPr/>
    </dgm:pt>
  </dgm:ptLst>
  <dgm:cxnLst>
    <dgm:cxn modelId="{D7CBC507-763F-4931-B24E-4616B08EC006}" type="presOf" srcId="{6D319662-0D5C-43E3-B820-45F82C18526D}" destId="{F003B26E-53B4-4AF2-8B21-571579D9A522}" srcOrd="0" destOrd="0" presId="urn:microsoft.com/office/officeart/2005/8/layout/rings+Icon"/>
    <dgm:cxn modelId="{4ACC4633-F216-44CC-BDF1-4B496854E315}" type="presOf" srcId="{F3DC023E-5611-4E38-B38B-0A0D35ACFAFA}" destId="{40C6D015-55DA-4CED-B649-72E2E8FFBFFE}" srcOrd="0" destOrd="0" presId="urn:microsoft.com/office/officeart/2005/8/layout/rings+Icon"/>
    <dgm:cxn modelId="{AC86597A-6950-408B-9B2C-32C81994780A}" srcId="{0797A997-1D3F-4B25-98A8-2FB57A6A5CB8}" destId="{6D319662-0D5C-43E3-B820-45F82C18526D}" srcOrd="2" destOrd="0" parTransId="{F9FCBC96-9111-40F7-9FDD-E814BF97A975}" sibTransId="{5B434B3C-BCB8-40DD-8F6E-0B04F35DFFDE}"/>
    <dgm:cxn modelId="{C5DF1B8E-E877-4E78-9172-4E9A97A7DC35}" type="presOf" srcId="{982B909C-C3AF-4C59-9CCA-E280C76DB795}" destId="{22AD7E15-7717-4DEF-BF04-AEB5568C6CE7}" srcOrd="0" destOrd="0" presId="urn:microsoft.com/office/officeart/2005/8/layout/rings+Icon"/>
    <dgm:cxn modelId="{A65DD797-93E6-4C23-80A7-6EE22F10C090}" srcId="{0797A997-1D3F-4B25-98A8-2FB57A6A5CB8}" destId="{982B909C-C3AF-4C59-9CCA-E280C76DB795}" srcOrd="3" destOrd="0" parTransId="{18C26E8D-3879-4917-9D5D-98D2735B4971}" sibTransId="{A0016842-3356-4F88-9F46-8C5C7E2B22C6}"/>
    <dgm:cxn modelId="{0CC94198-ADBC-4DE4-8AF9-17C37D126F29}" type="presOf" srcId="{0797A997-1D3F-4B25-98A8-2FB57A6A5CB8}" destId="{CDAFEDCB-8ADB-41F5-8B15-AACEC6DBE364}" srcOrd="0" destOrd="0" presId="urn:microsoft.com/office/officeart/2005/8/layout/rings+Icon"/>
    <dgm:cxn modelId="{D8E7E5D0-6A45-4DCF-9D26-BDA44F944D88}" srcId="{0797A997-1D3F-4B25-98A8-2FB57A6A5CB8}" destId="{514C0C90-C385-44D0-BC90-B1AED444A295}" srcOrd="0" destOrd="0" parTransId="{10FDC60A-3DE6-4DFE-8E53-04EBEB866940}" sibTransId="{59B172A9-4C94-442A-9554-14D8BB5C9926}"/>
    <dgm:cxn modelId="{7C3CB3E6-631B-4158-9A9C-91DF37B7F58A}" srcId="{0797A997-1D3F-4B25-98A8-2FB57A6A5CB8}" destId="{F3DC023E-5611-4E38-B38B-0A0D35ACFAFA}" srcOrd="1" destOrd="0" parTransId="{8CF4E51C-989C-4AAF-B953-023113F7DB15}" sibTransId="{6EE8A4BA-DD06-48D6-9C2C-8F502C0DA2B5}"/>
    <dgm:cxn modelId="{9262B1FA-142D-4202-A9C6-3BF4A9073168}" type="presOf" srcId="{514C0C90-C385-44D0-BC90-B1AED444A295}" destId="{38906A0B-30BC-452A-8B0B-E7440A5CC14A}" srcOrd="0" destOrd="0" presId="urn:microsoft.com/office/officeart/2005/8/layout/rings+Icon"/>
    <dgm:cxn modelId="{22F9CC51-FA2B-4582-B967-221BDC56DA17}" type="presParOf" srcId="{CDAFEDCB-8ADB-41F5-8B15-AACEC6DBE364}" destId="{38906A0B-30BC-452A-8B0B-E7440A5CC14A}" srcOrd="0" destOrd="0" presId="urn:microsoft.com/office/officeart/2005/8/layout/rings+Icon"/>
    <dgm:cxn modelId="{DF07767D-B6A1-493F-9C7F-5A9863E75870}" type="presParOf" srcId="{CDAFEDCB-8ADB-41F5-8B15-AACEC6DBE364}" destId="{40C6D015-55DA-4CED-B649-72E2E8FFBFFE}" srcOrd="1" destOrd="0" presId="urn:microsoft.com/office/officeart/2005/8/layout/rings+Icon"/>
    <dgm:cxn modelId="{70A3C8C8-EFF3-4952-BDAC-3EC666B94C7F}" type="presParOf" srcId="{CDAFEDCB-8ADB-41F5-8B15-AACEC6DBE364}" destId="{F003B26E-53B4-4AF2-8B21-571579D9A522}" srcOrd="2" destOrd="0" presId="urn:microsoft.com/office/officeart/2005/8/layout/rings+Icon"/>
    <dgm:cxn modelId="{8E726D07-3268-4AB1-8D9E-5F1011241C50}" type="presParOf" srcId="{CDAFEDCB-8ADB-41F5-8B15-AACEC6DBE364}" destId="{22AD7E15-7717-4DEF-BF04-AEB5568C6CE7}" srcOrd="3" destOrd="0" presId="urn:microsoft.com/office/officeart/2005/8/layout/rings+Icon"/>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8555378" cy="3565002"/>
        <a:chOff x="0" y="0"/>
        <a:chExt cx="8555378" cy="3565002"/>
      </a:xfrm>
    </dsp:grpSpPr>
    <dsp:sp modelId="{FD0D25FB-BF9E-4A09-A02A-8B9CAF6ADC28}">
      <dsp:nvSpPr>
        <dsp:cNvPr id="3" name="Rectangles 2"/>
        <dsp:cNvSpPr/>
      </dsp:nvSpPr>
      <dsp:spPr bwMode="white">
        <a:xfrm>
          <a:off x="0" y="0"/>
          <a:ext cx="8555378" cy="720000"/>
        </a:xfrm>
        <a:prstGeom prst="rect">
          <a:avLst/>
        </a:prstGeom>
      </dsp:spPr>
      <dsp:style>
        <a:lnRef idx="2">
          <a:schemeClr val="accent1"/>
        </a:lnRef>
        <a:fillRef idx="1">
          <a:schemeClr val="accent1"/>
        </a:fillRef>
        <a:effectRef idx="0">
          <a:scrgbClr r="0" g="0" b="0"/>
        </a:effectRef>
        <a:fontRef idx="minor">
          <a:schemeClr val="lt1"/>
        </a:fontRef>
      </dsp:style>
      <dsp:txBody>
        <a:bodyPr lIns="177800" tIns="101600" rIns="177800" bIns="101600" anchor="ctr"/>
        <a:lstStyle>
          <a:lvl1pPr algn="ctr">
            <a:defRPr sz="2500"/>
          </a:lvl1pPr>
          <a:lvl2pPr marL="171450" indent="-171450" algn="ctr">
            <a:defRPr sz="1900"/>
          </a:lvl2pPr>
          <a:lvl3pPr marL="342900" indent="-171450" algn="ctr">
            <a:defRPr sz="1900"/>
          </a:lvl3pPr>
          <a:lvl4pPr marL="514350" indent="-171450" algn="ctr">
            <a:defRPr sz="1900"/>
          </a:lvl4pPr>
          <a:lvl5pPr marL="685800" indent="-171450" algn="ctr">
            <a:defRPr sz="1900"/>
          </a:lvl5pPr>
          <a:lvl6pPr marL="857250" indent="-171450" algn="ctr">
            <a:defRPr sz="1900"/>
          </a:lvl6pPr>
          <a:lvl7pPr marL="1028700" indent="-171450" algn="ctr">
            <a:defRPr sz="1900"/>
          </a:lvl7pPr>
          <a:lvl8pPr marL="1200150" indent="-171450" algn="ctr">
            <a:defRPr sz="1900"/>
          </a:lvl8pPr>
          <a:lvl9pPr marL="1371600" indent="-171450" algn="ctr">
            <a:defRPr sz="1900"/>
          </a:lvl9pPr>
        </a:lstStyle>
        <a:p>
          <a:pPr lvl="0">
            <a:lnSpc>
              <a:spcPct val="100000"/>
            </a:lnSpc>
            <a:spcBef>
              <a:spcPct val="0"/>
            </a:spcBef>
            <a:spcAft>
              <a:spcPct val="35000"/>
            </a:spcAft>
          </a:pPr>
          <a:r>
            <a:rPr lang="en-US" dirty="0" err="1"/>
            <a:t>Xây</a:t>
          </a:r>
          <a:r>
            <a:rPr lang="en-US" dirty="0"/>
            <a:t> </a:t>
          </a:r>
          <a:r>
            <a:rPr lang="en-US" dirty="0" err="1"/>
            <a:t>dựng</a:t>
          </a:r>
          <a:r>
            <a:rPr lang="en-US" dirty="0"/>
            <a:t> website </a:t>
          </a:r>
          <a:r>
            <a:rPr lang="en-US" dirty="0" err="1"/>
            <a:t>tìm</a:t>
          </a:r>
          <a:r>
            <a:rPr lang="en-US" dirty="0"/>
            <a:t> </a:t>
          </a:r>
          <a:r>
            <a:rPr lang="en-US" dirty="0" err="1"/>
            <a:t>việc</a:t>
          </a:r>
          <a:r>
            <a:rPr lang="en-US" dirty="0"/>
            <a:t> </a:t>
          </a:r>
          <a:r>
            <a:rPr lang="en-US" dirty="0" err="1"/>
            <a:t>làm</a:t>
          </a:r>
          <a:endParaRPr lang="en-US" dirty="0"/>
        </a:p>
      </dsp:txBody>
      <dsp:txXfrm>
        <a:off x="0" y="0"/>
        <a:ext cx="8555378" cy="720000"/>
      </dsp:txXfrm>
    </dsp:sp>
    <dsp:sp modelId="{3203D589-FE61-44F4-9C1C-8A98CB54B880}">
      <dsp:nvSpPr>
        <dsp:cNvPr id="4" name="Rectangles 3"/>
        <dsp:cNvSpPr/>
      </dsp:nvSpPr>
      <dsp:spPr bwMode="white">
        <a:xfrm>
          <a:off x="0" y="768443"/>
          <a:ext cx="8555378" cy="2792095"/>
        </a:xfrm>
        <a:prstGeom prst="rect">
          <a:avLst/>
        </a:prstGeom>
      </dsp:spPr>
      <dsp:style>
        <a:lnRef idx="2">
          <a:schemeClr val="accent1">
            <a:alpha val="90000"/>
            <a:tint val="40000"/>
          </a:schemeClr>
        </a:lnRef>
        <a:fillRef idx="1">
          <a:schemeClr val="accent1">
            <a:alpha val="90000"/>
            <a:tint val="40000"/>
          </a:schemeClr>
        </a:fillRef>
        <a:effectRef idx="0">
          <a:scrgbClr r="0" g="0" b="0"/>
        </a:effectRef>
        <a:fontRef idx="minor"/>
      </dsp:style>
      <dsp:txBody>
        <a:bodyPr lIns="133350" tIns="133350" rIns="177800" bIns="200025" anchor="t"/>
        <a:lstStyle>
          <a:lvl1pPr algn="l">
            <a:defRPr sz="2500"/>
          </a:lvl1pPr>
          <a:lvl2pPr marL="228600" indent="-228600" algn="l">
            <a:defRPr sz="2500"/>
          </a:lvl2pPr>
          <a:lvl3pPr marL="457200" indent="-228600" algn="l">
            <a:defRPr sz="2500"/>
          </a:lvl3pPr>
          <a:lvl4pPr marL="685800" indent="-228600" algn="l">
            <a:defRPr sz="2500"/>
          </a:lvl4pPr>
          <a:lvl5pPr marL="914400" indent="-228600" algn="l">
            <a:defRPr sz="2500"/>
          </a:lvl5pPr>
          <a:lvl6pPr marL="1143000" indent="-228600" algn="l">
            <a:defRPr sz="2500"/>
          </a:lvl6pPr>
          <a:lvl7pPr marL="1371600" indent="-228600" algn="l">
            <a:defRPr sz="2500"/>
          </a:lvl7pPr>
          <a:lvl8pPr marL="1600200" indent="-228600" algn="l">
            <a:defRPr sz="2500"/>
          </a:lvl8pPr>
          <a:lvl9pPr marL="1828800" indent="-228600" algn="l">
            <a:defRPr sz="2500"/>
          </a:lvl9pPr>
        </a:lstStyle>
        <a:p>
          <a:pPr lvl="1">
            <a:lnSpc>
              <a:spcPct val="100000"/>
            </a:lnSpc>
            <a:spcBef>
              <a:spcPct val="0"/>
            </a:spcBef>
            <a:spcAft>
              <a:spcPct val="15000"/>
            </a:spcAft>
            <a:buChar char="•"/>
          </a:pPr>
          <a:r>
            <a:rPr lang="en-US" dirty="0" err="1">
              <a:solidFill>
                <a:schemeClr val="dk1"/>
              </a:solidFill>
            </a:rPr>
            <a:t>Giúp</a:t>
          </a:r>
          <a:r>
            <a:rPr lang="en-US" dirty="0">
              <a:solidFill>
                <a:schemeClr val="dk1"/>
              </a:solidFill>
            </a:rPr>
            <a:t> </a:t>
          </a:r>
          <a:r>
            <a:rPr lang="en-US" dirty="0" err="1">
              <a:solidFill>
                <a:schemeClr val="dk1"/>
              </a:solidFill>
            </a:rPr>
            <a:t>ứng</a:t>
          </a:r>
          <a:r>
            <a:rPr lang="en-US" dirty="0">
              <a:solidFill>
                <a:schemeClr val="dk1"/>
              </a:solidFill>
            </a:rPr>
            <a:t> </a:t>
          </a:r>
          <a:r>
            <a:rPr lang="en-US" dirty="0" err="1">
              <a:solidFill>
                <a:schemeClr val="dk1"/>
              </a:solidFill>
            </a:rPr>
            <a:t>viên</a:t>
          </a:r>
          <a:r>
            <a:rPr lang="en-US" dirty="0">
              <a:solidFill>
                <a:schemeClr val="dk1"/>
              </a:solidFill>
            </a:rPr>
            <a:t> </a:t>
          </a:r>
          <a:r>
            <a:rPr lang="en-US" dirty="0" err="1">
              <a:solidFill>
                <a:schemeClr val="dk1"/>
              </a:solidFill>
            </a:rPr>
            <a:t>tìm</a:t>
          </a:r>
          <a:r>
            <a:rPr lang="en-US" dirty="0">
              <a:solidFill>
                <a:schemeClr val="dk1"/>
              </a:solidFill>
            </a:rPr>
            <a:t> </a:t>
          </a:r>
          <a:r>
            <a:rPr lang="en-US" dirty="0" err="1">
              <a:solidFill>
                <a:schemeClr val="dk1"/>
              </a:solidFill>
            </a:rPr>
            <a:t>việc</a:t>
          </a:r>
          <a:r>
            <a:rPr lang="en-US" dirty="0">
              <a:solidFill>
                <a:schemeClr val="dk1"/>
              </a:solidFill>
            </a:rPr>
            <a:t> </a:t>
          </a:r>
          <a:r>
            <a:rPr lang="en-US" dirty="0" err="1">
              <a:solidFill>
                <a:schemeClr val="dk1"/>
              </a:solidFill>
            </a:rPr>
            <a:t>làm</a:t>
          </a:r>
          <a:r>
            <a:rPr lang="en-US" dirty="0">
              <a:solidFill>
                <a:schemeClr val="dk1"/>
              </a:solidFill>
            </a:rPr>
            <a:t> </a:t>
          </a:r>
          <a:r>
            <a:rPr lang="en-US" dirty="0" err="1">
              <a:solidFill>
                <a:schemeClr val="dk1"/>
              </a:solidFill>
            </a:rPr>
            <a:t>nhanh</a:t>
          </a:r>
          <a:r>
            <a:rPr lang="en-US" dirty="0">
              <a:solidFill>
                <a:schemeClr val="dk1"/>
              </a:solidFill>
            </a:rPr>
            <a:t> </a:t>
          </a:r>
          <a:r>
            <a:rPr lang="en-US" dirty="0" err="1">
              <a:solidFill>
                <a:schemeClr val="dk1"/>
              </a:solidFill>
            </a:rPr>
            <a:t>thông</a:t>
          </a:r>
          <a:r>
            <a:rPr lang="en-US" dirty="0">
              <a:solidFill>
                <a:schemeClr val="dk1"/>
              </a:solidFill>
            </a:rPr>
            <a:t> qua </a:t>
          </a:r>
          <a:r>
            <a:rPr lang="en-US" dirty="0" err="1">
              <a:solidFill>
                <a:schemeClr val="dk1"/>
              </a:solidFill>
            </a:rPr>
            <a:t>trang</a:t>
          </a:r>
          <a:r>
            <a:rPr lang="en-US" dirty="0">
              <a:solidFill>
                <a:schemeClr val="dk1"/>
              </a:solidFill>
            </a:rPr>
            <a:t> </a:t>
          </a:r>
          <a:r>
            <a:rPr lang="en-US" dirty="0" err="1">
              <a:solidFill>
                <a:schemeClr val="dk1"/>
              </a:solidFill>
            </a:rPr>
            <a:t>tìm</a:t>
          </a:r>
          <a:r>
            <a:rPr lang="en-US" dirty="0">
              <a:solidFill>
                <a:schemeClr val="dk1"/>
              </a:solidFill>
            </a:rPr>
            <a:t> </a:t>
          </a:r>
          <a:r>
            <a:rPr lang="en-US" dirty="0" err="1">
              <a:solidFill>
                <a:schemeClr val="dk1"/>
              </a:solidFill>
            </a:rPr>
            <a:t>kiếm</a:t>
          </a:r>
          <a:r>
            <a:rPr lang="en-US" dirty="0">
              <a:solidFill>
                <a:schemeClr val="dk1"/>
              </a:solidFill>
            </a:rPr>
            <a:t> </a:t>
          </a:r>
          <a:r>
            <a:rPr lang="en-US" dirty="0" err="1">
              <a:solidFill>
                <a:schemeClr val="dk1"/>
              </a:solidFill>
            </a:rPr>
            <a:t>và</a:t>
          </a:r>
          <a:r>
            <a:rPr lang="en-US" dirty="0">
              <a:solidFill>
                <a:schemeClr val="dk1"/>
              </a:solidFill>
            </a:rPr>
            <a:t> </a:t>
          </a:r>
          <a:r>
            <a:rPr lang="en-US" dirty="0" err="1">
              <a:solidFill>
                <a:schemeClr val="dk1"/>
              </a:solidFill>
            </a:rPr>
            <a:t>botchat</a:t>
          </a:r>
          <a:r>
            <a:rPr lang="en-US" dirty="0">
              <a:solidFill>
                <a:schemeClr val="dk1"/>
              </a:solidFill>
            </a:rPr>
            <a:t> </a:t>
          </a:r>
          <a:r>
            <a:rPr lang="en-US" dirty="0" err="1">
              <a:solidFill>
                <a:schemeClr val="dk1"/>
              </a:solidFill>
            </a:rPr>
            <a:t>hỗ</a:t>
          </a:r>
          <a:r>
            <a:rPr lang="en-US" dirty="0">
              <a:solidFill>
                <a:schemeClr val="dk1"/>
              </a:solidFill>
            </a:rPr>
            <a:t> </a:t>
          </a:r>
          <a:r>
            <a:rPr lang="en-US" dirty="0" err="1">
              <a:solidFill>
                <a:schemeClr val="dk1"/>
              </a:solidFill>
            </a:rPr>
            <a:t>trợ</a:t>
          </a:r>
          <a:r>
            <a:rPr lang="en-US" dirty="0">
              <a:solidFill>
                <a:schemeClr val="dk1"/>
              </a:solidFill>
            </a:rPr>
            <a:t> </a:t>
          </a:r>
          <a:r>
            <a:rPr lang="en-US" dirty="0" err="1">
              <a:solidFill>
                <a:schemeClr val="dk1"/>
              </a:solidFill>
            </a:rPr>
            <a:t>tìm</a:t>
          </a:r>
          <a:r>
            <a:rPr lang="en-US" dirty="0">
              <a:solidFill>
                <a:schemeClr val="dk1"/>
              </a:solidFill>
            </a:rPr>
            <a:t> </a:t>
          </a:r>
          <a:r>
            <a:rPr lang="en-US" dirty="0" err="1">
              <a:solidFill>
                <a:schemeClr val="dk1"/>
              </a:solidFill>
            </a:rPr>
            <a:t>kiếm</a:t>
          </a:r>
          <a:r>
            <a:rPr lang="en-US" dirty="0">
              <a:solidFill>
                <a:schemeClr val="dk1"/>
              </a:solidFill>
            </a:rPr>
            <a:t>.</a:t>
          </a:r>
          <a:endParaRPr lang="en-US" dirty="0">
            <a:solidFill>
              <a:schemeClr val="dk1"/>
            </a:solidFill>
          </a:endParaRPr>
        </a:p>
        <a:p>
          <a:pPr lvl="1">
            <a:lnSpc>
              <a:spcPct val="100000"/>
            </a:lnSpc>
            <a:spcBef>
              <a:spcPct val="0"/>
            </a:spcBef>
            <a:spcAft>
              <a:spcPct val="15000"/>
            </a:spcAft>
            <a:buChar char="•"/>
          </a:pPr>
          <a:r>
            <a:rPr lang="en-US" dirty="0" err="1">
              <a:solidFill>
                <a:schemeClr val="dk1"/>
              </a:solidFill>
            </a:rPr>
            <a:t>Giúp</a:t>
          </a:r>
          <a:r>
            <a:rPr lang="en-US" dirty="0">
              <a:solidFill>
                <a:schemeClr val="dk1"/>
              </a:solidFill>
            </a:rPr>
            <a:t> </a:t>
          </a:r>
          <a:r>
            <a:rPr lang="en-US" dirty="0" err="1">
              <a:solidFill>
                <a:schemeClr val="dk1"/>
              </a:solidFill>
            </a:rPr>
            <a:t>nhà</a:t>
          </a:r>
          <a:r>
            <a:rPr lang="en-US" dirty="0">
              <a:solidFill>
                <a:schemeClr val="dk1"/>
              </a:solidFill>
            </a:rPr>
            <a:t> </a:t>
          </a:r>
          <a:r>
            <a:rPr lang="en-US" dirty="0" err="1">
              <a:solidFill>
                <a:schemeClr val="dk1"/>
              </a:solidFill>
            </a:rPr>
            <a:t>tuyển</a:t>
          </a:r>
          <a:r>
            <a:rPr lang="en-US" dirty="0">
              <a:solidFill>
                <a:schemeClr val="dk1"/>
              </a:solidFill>
            </a:rPr>
            <a:t> </a:t>
          </a:r>
          <a:r>
            <a:rPr lang="en-US" dirty="0" err="1">
              <a:solidFill>
                <a:schemeClr val="dk1"/>
              </a:solidFill>
            </a:rPr>
            <a:t>dụng</a:t>
          </a:r>
          <a:r>
            <a:rPr lang="en-US" dirty="0">
              <a:solidFill>
                <a:schemeClr val="dk1"/>
              </a:solidFill>
            </a:rPr>
            <a:t> </a:t>
          </a:r>
          <a:r>
            <a:rPr lang="en-US" dirty="0" err="1">
              <a:solidFill>
                <a:schemeClr val="dk1"/>
              </a:solidFill>
            </a:rPr>
            <a:t>đăng</a:t>
          </a:r>
          <a:r>
            <a:rPr lang="en-US" dirty="0">
              <a:solidFill>
                <a:schemeClr val="dk1"/>
              </a:solidFill>
            </a:rPr>
            <a:t> tin </a:t>
          </a:r>
          <a:r>
            <a:rPr lang="en-US" dirty="0" err="1">
              <a:solidFill>
                <a:schemeClr val="dk1"/>
              </a:solidFill>
            </a:rPr>
            <a:t>tuyển</a:t>
          </a:r>
          <a:r>
            <a:rPr lang="en-US" dirty="0">
              <a:solidFill>
                <a:schemeClr val="dk1"/>
              </a:solidFill>
            </a:rPr>
            <a:t> </a:t>
          </a:r>
          <a:r>
            <a:rPr lang="en-US" dirty="0" err="1">
              <a:solidFill>
                <a:schemeClr val="dk1"/>
              </a:solidFill>
            </a:rPr>
            <a:t>dụng</a:t>
          </a:r>
          <a:r>
            <a:rPr lang="en-US" dirty="0">
              <a:solidFill>
                <a:schemeClr val="dk1"/>
              </a:solidFill>
            </a:rPr>
            <a:t> </a:t>
          </a:r>
          <a:r>
            <a:rPr lang="en-US" dirty="0" err="1">
              <a:solidFill>
                <a:schemeClr val="dk1"/>
              </a:solidFill>
            </a:rPr>
            <a:t>và</a:t>
          </a:r>
          <a:r>
            <a:rPr lang="en-US" dirty="0">
              <a:solidFill>
                <a:schemeClr val="dk1"/>
              </a:solidFill>
            </a:rPr>
            <a:t> </a:t>
          </a:r>
          <a:r>
            <a:rPr lang="en-US" dirty="0" err="1">
              <a:solidFill>
                <a:schemeClr val="dk1"/>
              </a:solidFill>
            </a:rPr>
            <a:t>xem</a:t>
          </a:r>
          <a:r>
            <a:rPr lang="en-US" dirty="0">
              <a:solidFill>
                <a:schemeClr val="dk1"/>
              </a:solidFill>
            </a:rPr>
            <a:t> </a:t>
          </a:r>
          <a:r>
            <a:rPr lang="en-US" dirty="0" err="1">
              <a:solidFill>
                <a:schemeClr val="dk1"/>
              </a:solidFill>
            </a:rPr>
            <a:t>hồ</a:t>
          </a:r>
          <a:r>
            <a:rPr lang="en-US" dirty="0">
              <a:solidFill>
                <a:schemeClr val="dk1"/>
              </a:solidFill>
            </a:rPr>
            <a:t> </a:t>
          </a:r>
          <a:r>
            <a:rPr lang="en-US" dirty="0" err="1">
              <a:solidFill>
                <a:schemeClr val="dk1"/>
              </a:solidFill>
            </a:rPr>
            <a:t>sơ</a:t>
          </a:r>
          <a:r>
            <a:rPr lang="en-US" dirty="0">
              <a:solidFill>
                <a:schemeClr val="dk1"/>
              </a:solidFill>
            </a:rPr>
            <a:t> </a:t>
          </a:r>
          <a:r>
            <a:rPr lang="en-US" dirty="0" err="1">
              <a:solidFill>
                <a:schemeClr val="dk1"/>
              </a:solidFill>
            </a:rPr>
            <a:t>ứng</a:t>
          </a:r>
          <a:r>
            <a:rPr lang="en-US" dirty="0">
              <a:solidFill>
                <a:schemeClr val="dk1"/>
              </a:solidFill>
            </a:rPr>
            <a:t> </a:t>
          </a:r>
          <a:r>
            <a:rPr lang="en-US" dirty="0" err="1">
              <a:solidFill>
                <a:schemeClr val="dk1"/>
              </a:solidFill>
            </a:rPr>
            <a:t>tuyển</a:t>
          </a:r>
          <a:r>
            <a:rPr lang="en-US" dirty="0">
              <a:solidFill>
                <a:schemeClr val="dk1"/>
              </a:solidFill>
            </a:rPr>
            <a:t> </a:t>
          </a:r>
          <a:r>
            <a:rPr lang="en-US" dirty="0" err="1">
              <a:solidFill>
                <a:schemeClr val="dk1"/>
              </a:solidFill>
            </a:rPr>
            <a:t>của</a:t>
          </a:r>
          <a:r>
            <a:rPr lang="en-US" dirty="0">
              <a:solidFill>
                <a:schemeClr val="dk1"/>
              </a:solidFill>
            </a:rPr>
            <a:t> </a:t>
          </a:r>
          <a:r>
            <a:rPr lang="en-US" dirty="0" err="1">
              <a:solidFill>
                <a:schemeClr val="dk1"/>
              </a:solidFill>
            </a:rPr>
            <a:t>ứng</a:t>
          </a:r>
          <a:r>
            <a:rPr lang="en-US" dirty="0">
              <a:solidFill>
                <a:schemeClr val="dk1"/>
              </a:solidFill>
            </a:rPr>
            <a:t> </a:t>
          </a:r>
          <a:r>
            <a:rPr lang="en-US" dirty="0" err="1">
              <a:solidFill>
                <a:schemeClr val="dk1"/>
              </a:solidFill>
            </a:rPr>
            <a:t>viên</a:t>
          </a:r>
          <a:r>
            <a:rPr lang="en-US" dirty="0">
              <a:solidFill>
                <a:schemeClr val="dk1"/>
              </a:solidFill>
            </a:rPr>
            <a:t> </a:t>
          </a:r>
          <a:r>
            <a:rPr lang="en-US" dirty="0" err="1">
              <a:solidFill>
                <a:schemeClr val="dk1"/>
              </a:solidFill>
            </a:rPr>
            <a:t>dễ</a:t>
          </a:r>
          <a:r>
            <a:rPr lang="en-US" dirty="0">
              <a:solidFill>
                <a:schemeClr val="dk1"/>
              </a:solidFill>
            </a:rPr>
            <a:t> </a:t>
          </a:r>
          <a:r>
            <a:rPr lang="en-US" dirty="0" err="1">
              <a:solidFill>
                <a:schemeClr val="dk1"/>
              </a:solidFill>
            </a:rPr>
            <a:t>dàng</a:t>
          </a:r>
          <a:r>
            <a:rPr lang="en-US" dirty="0">
              <a:solidFill>
                <a:schemeClr val="dk1"/>
              </a:solidFill>
            </a:rPr>
            <a:t>.</a:t>
          </a:r>
          <a:endParaRPr lang="en-US" dirty="0">
            <a:solidFill>
              <a:schemeClr val="dk1"/>
            </a:solidFill>
          </a:endParaRPr>
        </a:p>
        <a:p>
          <a:pPr lvl="1">
            <a:lnSpc>
              <a:spcPct val="100000"/>
            </a:lnSpc>
            <a:spcBef>
              <a:spcPct val="0"/>
            </a:spcBef>
            <a:spcAft>
              <a:spcPct val="15000"/>
            </a:spcAft>
            <a:buChar char="•"/>
          </a:pPr>
          <a:r>
            <a:rPr lang="en-US" dirty="0" err="1">
              <a:solidFill>
                <a:schemeClr val="dk1"/>
              </a:solidFill>
            </a:rPr>
            <a:t>Giúp</a:t>
          </a:r>
          <a:r>
            <a:rPr lang="en-US" dirty="0">
              <a:solidFill>
                <a:schemeClr val="dk1"/>
              </a:solidFill>
            </a:rPr>
            <a:t> </a:t>
          </a:r>
          <a:r>
            <a:rPr lang="en-US" dirty="0" err="1">
              <a:solidFill>
                <a:schemeClr val="dk1"/>
              </a:solidFill>
            </a:rPr>
            <a:t>quản</a:t>
          </a:r>
          <a:r>
            <a:rPr lang="en-US" dirty="0">
              <a:solidFill>
                <a:schemeClr val="dk1"/>
              </a:solidFill>
            </a:rPr>
            <a:t> </a:t>
          </a:r>
          <a:r>
            <a:rPr lang="en-US" dirty="0" err="1">
              <a:solidFill>
                <a:schemeClr val="dk1"/>
              </a:solidFill>
            </a:rPr>
            <a:t>trị</a:t>
          </a:r>
          <a:r>
            <a:rPr lang="en-US" dirty="0">
              <a:solidFill>
                <a:schemeClr val="dk1"/>
              </a:solidFill>
            </a:rPr>
            <a:t> </a:t>
          </a:r>
          <a:r>
            <a:rPr lang="en-US" dirty="0" err="1">
              <a:solidFill>
                <a:schemeClr val="dk1"/>
              </a:solidFill>
            </a:rPr>
            <a:t>viên</a:t>
          </a:r>
          <a:r>
            <a:rPr lang="en-US" dirty="0">
              <a:solidFill>
                <a:schemeClr val="dk1"/>
              </a:solidFill>
            </a:rPr>
            <a:t> </a:t>
          </a:r>
          <a:r>
            <a:rPr lang="en-US" dirty="0" err="1">
              <a:solidFill>
                <a:schemeClr val="dk1"/>
              </a:solidFill>
            </a:rPr>
            <a:t>quản</a:t>
          </a:r>
          <a:r>
            <a:rPr lang="en-US" dirty="0">
              <a:solidFill>
                <a:schemeClr val="dk1"/>
              </a:solidFill>
            </a:rPr>
            <a:t> </a:t>
          </a:r>
          <a:r>
            <a:rPr lang="en-US" dirty="0" err="1">
              <a:solidFill>
                <a:schemeClr val="dk1"/>
              </a:solidFill>
            </a:rPr>
            <a:t>lý</a:t>
          </a:r>
          <a:r>
            <a:rPr lang="en-US" dirty="0">
              <a:solidFill>
                <a:schemeClr val="dk1"/>
              </a:solidFill>
            </a:rPr>
            <a:t> </a:t>
          </a:r>
          <a:r>
            <a:rPr lang="en-US" dirty="0" err="1">
              <a:solidFill>
                <a:schemeClr val="dk1"/>
              </a:solidFill>
            </a:rPr>
            <a:t>người</a:t>
          </a:r>
          <a:r>
            <a:rPr lang="en-US" dirty="0">
              <a:solidFill>
                <a:schemeClr val="dk1"/>
              </a:solidFill>
            </a:rPr>
            <a:t> dung, tin </a:t>
          </a:r>
          <a:r>
            <a:rPr lang="en-US" dirty="0" err="1">
              <a:solidFill>
                <a:schemeClr val="dk1"/>
              </a:solidFill>
            </a:rPr>
            <a:t>tuyển</a:t>
          </a:r>
          <a:r>
            <a:rPr lang="en-US" dirty="0">
              <a:solidFill>
                <a:schemeClr val="dk1"/>
              </a:solidFill>
            </a:rPr>
            <a:t> </a:t>
          </a:r>
          <a:r>
            <a:rPr lang="en-US" dirty="0" err="1">
              <a:solidFill>
                <a:schemeClr val="dk1"/>
              </a:solidFill>
            </a:rPr>
            <a:t>dụng</a:t>
          </a:r>
          <a:r>
            <a:rPr lang="en-US" dirty="0">
              <a:solidFill>
                <a:schemeClr val="dk1"/>
              </a:solidFill>
            </a:rPr>
            <a:t>,… </a:t>
          </a:r>
          <a:r>
            <a:rPr lang="en-US" dirty="0" err="1">
              <a:solidFill>
                <a:schemeClr val="dk1"/>
              </a:solidFill>
            </a:rPr>
            <a:t>dễ</a:t>
          </a:r>
          <a:r>
            <a:rPr lang="en-US" dirty="0">
              <a:solidFill>
                <a:schemeClr val="dk1"/>
              </a:solidFill>
            </a:rPr>
            <a:t> </a:t>
          </a:r>
          <a:r>
            <a:rPr lang="en-US" dirty="0" err="1">
              <a:solidFill>
                <a:schemeClr val="dk1"/>
              </a:solidFill>
            </a:rPr>
            <a:t>dàng</a:t>
          </a:r>
          <a:r>
            <a:rPr lang="en-US" dirty="0">
              <a:solidFill>
                <a:schemeClr val="dk1"/>
              </a:solidFill>
            </a:rPr>
            <a:t>.</a:t>
          </a:r>
          <a:endParaRPr>
            <a:solidFill>
              <a:schemeClr val="dk1"/>
            </a:solidFill>
          </a:endParaRPr>
        </a:p>
      </dsp:txBody>
      <dsp:txXfrm>
        <a:off x="0" y="768443"/>
        <a:ext cx="8555378" cy="2792095"/>
      </dsp:txXfrm>
    </dsp:sp>
  </dsp:spTree>
</dsp:drawing>
</file>

<file path=ppt/diagrams/drawing2.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10884310" cy="3495368"/>
        <a:chOff x="0" y="0"/>
        <a:chExt cx="10884310" cy="3495368"/>
      </a:xfrm>
    </dsp:grpSpPr>
    <dsp:sp modelId="{71817AA1-FF9D-4FA1-A709-0B2AA99C9060}">
      <dsp:nvSpPr>
        <dsp:cNvPr id="3" name="Flowchart: Manual Operation 2"/>
        <dsp:cNvSpPr/>
      </dsp:nvSpPr>
      <dsp:spPr bwMode="white">
        <a:xfrm rot="-5400000">
          <a:off x="-95987" y="390961"/>
          <a:ext cx="2905420" cy="2713446"/>
        </a:xfrm>
        <a:prstGeom prst="flowChartManualOperation">
          <a:avLst/>
        </a:prstGeom>
      </dsp:spPr>
      <dsp:style>
        <a:lnRef idx="2">
          <a:schemeClr val="lt1"/>
        </a:lnRef>
        <a:fillRef idx="1">
          <a:schemeClr val="accent2"/>
        </a:fillRef>
        <a:effectRef idx="0">
          <a:scrgbClr r="0" g="0" b="0"/>
        </a:effectRef>
        <a:fontRef idx="minor">
          <a:schemeClr val="lt1"/>
        </a:fontRef>
      </dsp:style>
      <dsp:txBody>
        <a:bodyPr rot="5400000" lIns="114300" tIns="0" rIns="228600" bIns="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buNone/>
          </a:pPr>
          <a:r>
            <a:rPr lang="vi-VN" sz="1800" dirty="0">
              <a:latin typeface="+mn-lt"/>
            </a:rPr>
            <a:t>Đối với ứng viên:</a:t>
          </a:r>
          <a:endParaRPr lang="en-US" sz="1800" dirty="0">
            <a:latin typeface="+mn-lt"/>
          </a:endParaRPr>
        </a:p>
        <a:p>
          <a:pPr marL="171450" lvl="1" indent="-171450">
            <a:lnSpc>
              <a:spcPct val="100000"/>
            </a:lnSpc>
            <a:spcBef>
              <a:spcPct val="0"/>
            </a:spcBef>
            <a:spcAft>
              <a:spcPct val="15000"/>
            </a:spcAft>
            <a:buChar char="•"/>
          </a:pPr>
          <a:r>
            <a:rPr lang="vi-VN" sz="1600" dirty="0">
              <a:latin typeface="+mn-lt"/>
            </a:rPr>
            <a:t>Dễ dàng tìm kiếm việc làm, nộp CV, theo dõi trạng thái đơn ứng tuyển, xem và cập nhật thông tin tài khoản.</a:t>
          </a:r>
          <a:endParaRPr lang="en-US" sz="1600" dirty="0">
            <a:latin typeface="+mn-lt"/>
          </a:endParaRPr>
        </a:p>
      </dsp:txBody>
      <dsp:txXfrm rot="-5400000">
        <a:off x="-95987" y="390961"/>
        <a:ext cx="2905420" cy="2713446"/>
      </dsp:txXfrm>
    </dsp:sp>
    <dsp:sp modelId="{E2DA3A5D-33D4-4FB9-8DF2-D3C74DD0144A}">
      <dsp:nvSpPr>
        <dsp:cNvPr id="4" name="Flowchart: Manual Operation 3"/>
        <dsp:cNvSpPr/>
      </dsp:nvSpPr>
      <dsp:spPr bwMode="white">
        <a:xfrm rot="-5400000">
          <a:off x="2627634" y="390961"/>
          <a:ext cx="2905420" cy="2713446"/>
        </a:xfrm>
        <a:prstGeom prst="flowChartManualOperation">
          <a:avLst/>
        </a:prstGeom>
        <a:solidFill>
          <a:schemeClr val="accent1">
            <a:lumMod val="75000"/>
          </a:schemeClr>
        </a:solidFill>
      </dsp:spPr>
      <dsp:style>
        <a:lnRef idx="2">
          <a:schemeClr val="lt1"/>
        </a:lnRef>
        <a:fillRef idx="1">
          <a:schemeClr val="accent3"/>
        </a:fillRef>
        <a:effectRef idx="0">
          <a:scrgbClr r="0" g="0" b="0"/>
        </a:effectRef>
        <a:fontRef idx="minor">
          <a:schemeClr val="lt1"/>
        </a:fontRef>
      </dsp:style>
      <dsp:txBody>
        <a:bodyPr rot="5400000" lIns="114300" tIns="0" rIns="228600" bIns="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buNone/>
          </a:pPr>
          <a:r>
            <a:rPr lang="en-US" sz="1800" dirty="0" err="1">
              <a:latin typeface="+mn-lt"/>
            </a:rPr>
            <a:t>Đối</a:t>
          </a:r>
          <a:r>
            <a:rPr lang="en-US" sz="1800" dirty="0">
              <a:latin typeface="+mn-lt"/>
            </a:rPr>
            <a:t> </a:t>
          </a:r>
          <a:r>
            <a:rPr lang="en-US" sz="1800" dirty="0" err="1">
              <a:latin typeface="+mn-lt"/>
            </a:rPr>
            <a:t>với</a:t>
          </a:r>
          <a:r>
            <a:rPr lang="en-US" sz="1800" dirty="0">
              <a:latin typeface="+mn-lt"/>
            </a:rPr>
            <a:t> </a:t>
          </a:r>
          <a:r>
            <a:rPr lang="en-US" sz="1800" dirty="0" err="1">
              <a:latin typeface="+mn-lt"/>
            </a:rPr>
            <a:t>nhà</a:t>
          </a:r>
          <a:r>
            <a:rPr lang="en-US" sz="1800" dirty="0">
              <a:latin typeface="+mn-lt"/>
            </a:rPr>
            <a:t> </a:t>
          </a:r>
          <a:r>
            <a:rPr lang="en-US" sz="1800" dirty="0" err="1">
              <a:latin typeface="+mn-lt"/>
            </a:rPr>
            <a:t>tuyển</a:t>
          </a:r>
          <a:r>
            <a:rPr lang="en-US" sz="1800" dirty="0">
              <a:latin typeface="+mn-lt"/>
            </a:rPr>
            <a:t> </a:t>
          </a:r>
          <a:r>
            <a:rPr lang="en-US" sz="1800" dirty="0" err="1">
              <a:latin typeface="+mn-lt"/>
            </a:rPr>
            <a:t>dụng</a:t>
          </a:r>
          <a:r>
            <a:rPr lang="en-US" sz="1800" dirty="0">
              <a:latin typeface="+mn-lt"/>
            </a:rPr>
            <a:t>:</a:t>
          </a:r>
          <a:endParaRPr lang="en-US" sz="1800" dirty="0">
            <a:latin typeface="+mn-lt"/>
          </a:endParaRPr>
        </a:p>
        <a:p>
          <a:pPr marL="171450" lvl="1" indent="-171450">
            <a:lnSpc>
              <a:spcPct val="100000"/>
            </a:lnSpc>
            <a:spcBef>
              <a:spcPct val="0"/>
            </a:spcBef>
            <a:spcAft>
              <a:spcPct val="15000"/>
            </a:spcAft>
            <a:buChar char="•"/>
          </a:pPr>
          <a:r>
            <a:rPr lang="en-US" sz="1600" dirty="0" err="1">
              <a:latin typeface="+mn-lt"/>
            </a:rPr>
            <a:t>Đăng</a:t>
          </a:r>
          <a:r>
            <a:rPr lang="en-US" sz="1600" dirty="0">
              <a:latin typeface="+mn-lt"/>
            </a:rPr>
            <a:t> tin </a:t>
          </a:r>
          <a:r>
            <a:rPr lang="en-US" sz="1600" dirty="0" err="1">
              <a:latin typeface="+mn-lt"/>
            </a:rPr>
            <a:t>tuyển</a:t>
          </a:r>
          <a:r>
            <a:rPr lang="en-US" sz="1600" dirty="0">
              <a:latin typeface="+mn-lt"/>
            </a:rPr>
            <a:t> </a:t>
          </a:r>
          <a:r>
            <a:rPr lang="en-US" sz="1600" dirty="0" err="1">
              <a:latin typeface="+mn-lt"/>
            </a:rPr>
            <a:t>dụng</a:t>
          </a:r>
          <a:r>
            <a:rPr lang="en-US" sz="1600" dirty="0">
              <a:latin typeface="+mn-lt"/>
            </a:rPr>
            <a:t> </a:t>
          </a:r>
          <a:r>
            <a:rPr lang="en-US" sz="1600" dirty="0" err="1">
              <a:latin typeface="+mn-lt"/>
            </a:rPr>
            <a:t>nhanh</a:t>
          </a:r>
          <a:r>
            <a:rPr lang="en-US" sz="1600" dirty="0">
              <a:latin typeface="+mn-lt"/>
            </a:rPr>
            <a:t> </a:t>
          </a:r>
          <a:r>
            <a:rPr lang="en-US" sz="1600" dirty="0" err="1">
              <a:latin typeface="+mn-lt"/>
            </a:rPr>
            <a:t>chóng</a:t>
          </a:r>
          <a:r>
            <a:rPr lang="en-US" sz="1600" dirty="0">
              <a:latin typeface="+mn-lt"/>
            </a:rPr>
            <a:t>, </a:t>
          </a:r>
          <a:r>
            <a:rPr lang="en-US" sz="1600" dirty="0" err="1">
              <a:latin typeface="+mn-lt"/>
            </a:rPr>
            <a:t>quản</a:t>
          </a:r>
          <a:r>
            <a:rPr lang="en-US" sz="1600" dirty="0">
              <a:latin typeface="+mn-lt"/>
            </a:rPr>
            <a:t> </a:t>
          </a:r>
          <a:r>
            <a:rPr lang="en-US" sz="1600" dirty="0" err="1">
              <a:latin typeface="+mn-lt"/>
            </a:rPr>
            <a:t>lý</a:t>
          </a:r>
          <a:r>
            <a:rPr lang="en-US" sz="1600" dirty="0">
              <a:latin typeface="+mn-lt"/>
            </a:rPr>
            <a:t> tin </a:t>
          </a:r>
          <a:r>
            <a:rPr lang="en-US" sz="1600" dirty="0" err="1">
              <a:latin typeface="+mn-lt"/>
            </a:rPr>
            <a:t>tuyển</a:t>
          </a:r>
          <a:r>
            <a:rPr lang="en-US" sz="1600" dirty="0">
              <a:latin typeface="+mn-lt"/>
            </a:rPr>
            <a:t> </a:t>
          </a:r>
          <a:r>
            <a:rPr lang="en-US" sz="1600" dirty="0" err="1">
              <a:latin typeface="+mn-lt"/>
            </a:rPr>
            <a:t>dụng</a:t>
          </a:r>
          <a:r>
            <a:rPr lang="en-US" sz="1600" dirty="0">
              <a:latin typeface="+mn-lt"/>
            </a:rPr>
            <a:t>, </a:t>
          </a:r>
          <a:r>
            <a:rPr lang="en-US" sz="1600" dirty="0" err="1">
              <a:latin typeface="+mn-lt"/>
            </a:rPr>
            <a:t>xem</a:t>
          </a:r>
          <a:r>
            <a:rPr lang="en-US" sz="1600" dirty="0">
              <a:latin typeface="+mn-lt"/>
            </a:rPr>
            <a:t> </a:t>
          </a:r>
          <a:r>
            <a:rPr lang="en-US" sz="1600" dirty="0" err="1">
              <a:latin typeface="+mn-lt"/>
            </a:rPr>
            <a:t>danh</a:t>
          </a:r>
          <a:r>
            <a:rPr lang="en-US" sz="1600" dirty="0">
              <a:latin typeface="+mn-lt"/>
            </a:rPr>
            <a:t> </a:t>
          </a:r>
          <a:r>
            <a:rPr lang="en-US" sz="1600" dirty="0" err="1">
              <a:latin typeface="+mn-lt"/>
            </a:rPr>
            <a:t>sách</a:t>
          </a:r>
          <a:r>
            <a:rPr lang="en-US" sz="1600" dirty="0">
              <a:latin typeface="+mn-lt"/>
            </a:rPr>
            <a:t> </a:t>
          </a:r>
          <a:r>
            <a:rPr lang="en-US" sz="1600" dirty="0" err="1">
              <a:latin typeface="+mn-lt"/>
            </a:rPr>
            <a:t>ứng</a:t>
          </a:r>
          <a:r>
            <a:rPr lang="en-US" sz="1600" dirty="0">
              <a:latin typeface="+mn-lt"/>
            </a:rPr>
            <a:t> </a:t>
          </a:r>
          <a:r>
            <a:rPr lang="en-US" sz="1600" dirty="0" err="1">
              <a:latin typeface="+mn-lt"/>
            </a:rPr>
            <a:t>viên</a:t>
          </a:r>
          <a:r>
            <a:rPr lang="en-US" sz="1600" dirty="0">
              <a:latin typeface="+mn-lt"/>
            </a:rPr>
            <a:t>, </a:t>
          </a:r>
          <a:r>
            <a:rPr lang="en-US" sz="1600" dirty="0" err="1">
              <a:latin typeface="+mn-lt"/>
            </a:rPr>
            <a:t>cập</a:t>
          </a:r>
          <a:r>
            <a:rPr lang="en-US" sz="1600" dirty="0">
              <a:latin typeface="+mn-lt"/>
            </a:rPr>
            <a:t> </a:t>
          </a:r>
          <a:r>
            <a:rPr lang="en-US" sz="1600" dirty="0" err="1">
              <a:latin typeface="+mn-lt"/>
            </a:rPr>
            <a:t>nhật</a:t>
          </a:r>
          <a:r>
            <a:rPr lang="en-US" sz="1600" dirty="0">
              <a:latin typeface="+mn-lt"/>
            </a:rPr>
            <a:t> </a:t>
          </a:r>
          <a:r>
            <a:rPr lang="en-US" sz="1600" dirty="0" err="1">
              <a:latin typeface="+mn-lt"/>
            </a:rPr>
            <a:t>trạng</a:t>
          </a:r>
          <a:r>
            <a:rPr lang="en-US" sz="1600" dirty="0">
              <a:latin typeface="+mn-lt"/>
            </a:rPr>
            <a:t> </a:t>
          </a:r>
          <a:r>
            <a:rPr lang="en-US" sz="1600" dirty="0" err="1">
              <a:latin typeface="+mn-lt"/>
            </a:rPr>
            <a:t>thái</a:t>
          </a:r>
          <a:r>
            <a:rPr lang="en-US" sz="1600" dirty="0">
              <a:latin typeface="+mn-lt"/>
            </a:rPr>
            <a:t> </a:t>
          </a:r>
          <a:r>
            <a:rPr lang="en-US" sz="1600" dirty="0" err="1">
              <a:latin typeface="+mn-lt"/>
            </a:rPr>
            <a:t>ứng</a:t>
          </a:r>
          <a:r>
            <a:rPr lang="en-US" sz="1600" dirty="0">
              <a:latin typeface="+mn-lt"/>
            </a:rPr>
            <a:t> </a:t>
          </a:r>
          <a:r>
            <a:rPr lang="en-US" sz="1600" dirty="0" err="1">
              <a:latin typeface="+mn-lt"/>
            </a:rPr>
            <a:t>viên</a:t>
          </a:r>
          <a:r>
            <a:rPr lang="en-US" sz="1600" dirty="0">
              <a:latin typeface="+mn-lt"/>
            </a:rPr>
            <a:t>, </a:t>
          </a:r>
          <a:r>
            <a:rPr lang="en-US" sz="1600" dirty="0" err="1">
              <a:latin typeface="+mn-lt"/>
            </a:rPr>
            <a:t>xem</a:t>
          </a:r>
          <a:r>
            <a:rPr lang="en-US" sz="1600" dirty="0">
              <a:latin typeface="+mn-lt"/>
            </a:rPr>
            <a:t> </a:t>
          </a:r>
          <a:r>
            <a:rPr lang="en-US" sz="1600" dirty="0" err="1">
              <a:latin typeface="+mn-lt"/>
            </a:rPr>
            <a:t>và</a:t>
          </a:r>
          <a:r>
            <a:rPr lang="en-US" sz="1600" dirty="0">
              <a:latin typeface="+mn-lt"/>
            </a:rPr>
            <a:t> </a:t>
          </a:r>
          <a:r>
            <a:rPr lang="en-US" sz="1600" dirty="0" err="1">
              <a:latin typeface="+mn-lt"/>
            </a:rPr>
            <a:t>cập</a:t>
          </a:r>
          <a:r>
            <a:rPr lang="en-US" sz="1600" dirty="0">
              <a:latin typeface="+mn-lt"/>
            </a:rPr>
            <a:t> </a:t>
          </a:r>
          <a:r>
            <a:rPr lang="en-US" sz="1600" dirty="0" err="1">
              <a:latin typeface="+mn-lt"/>
            </a:rPr>
            <a:t>nhật</a:t>
          </a:r>
          <a:r>
            <a:rPr lang="en-US" sz="1600" dirty="0">
              <a:latin typeface="+mn-lt"/>
            </a:rPr>
            <a:t> </a:t>
          </a:r>
          <a:r>
            <a:rPr lang="en-US" sz="1600" dirty="0" err="1">
              <a:latin typeface="+mn-lt"/>
            </a:rPr>
            <a:t>thông</a:t>
          </a:r>
          <a:r>
            <a:rPr lang="en-US" sz="1600" dirty="0">
              <a:latin typeface="+mn-lt"/>
            </a:rPr>
            <a:t> tin </a:t>
          </a:r>
          <a:r>
            <a:rPr lang="en-US" sz="1600" dirty="0" err="1">
              <a:latin typeface="+mn-lt"/>
            </a:rPr>
            <a:t>tài</a:t>
          </a:r>
          <a:r>
            <a:rPr lang="en-US" sz="1600" dirty="0">
              <a:latin typeface="+mn-lt"/>
            </a:rPr>
            <a:t> </a:t>
          </a:r>
          <a:r>
            <a:rPr lang="en-US" sz="1600" dirty="0" err="1">
              <a:latin typeface="+mn-lt"/>
            </a:rPr>
            <a:t>khoản</a:t>
          </a:r>
          <a:r>
            <a:rPr lang="en-US" sz="1600" dirty="0">
              <a:latin typeface="+mn-lt"/>
            </a:rPr>
            <a:t>.</a:t>
          </a:r>
        </a:p>
      </dsp:txBody>
      <dsp:txXfrm rot="-5400000">
        <a:off x="2627634" y="390961"/>
        <a:ext cx="2905420" cy="2713446"/>
      </dsp:txXfrm>
    </dsp:sp>
    <dsp:sp modelId="{7762EE70-EDC5-465E-860C-CB752C216C8F}">
      <dsp:nvSpPr>
        <dsp:cNvPr id="5" name="Flowchart: Manual Operation 4"/>
        <dsp:cNvSpPr/>
      </dsp:nvSpPr>
      <dsp:spPr bwMode="white">
        <a:xfrm rot="-5400000">
          <a:off x="5351256" y="390961"/>
          <a:ext cx="2905420" cy="2713446"/>
        </a:xfrm>
        <a:prstGeom prst="flowChartManualOperation">
          <a:avLst/>
        </a:prstGeom>
      </dsp:spPr>
      <dsp:style>
        <a:lnRef idx="2">
          <a:schemeClr val="lt1"/>
        </a:lnRef>
        <a:fillRef idx="1">
          <a:schemeClr val="accent4"/>
        </a:fillRef>
        <a:effectRef idx="0">
          <a:scrgbClr r="0" g="0" b="0"/>
        </a:effectRef>
        <a:fontRef idx="minor">
          <a:schemeClr val="lt1"/>
        </a:fontRef>
      </dsp:style>
      <dsp:txBody>
        <a:bodyPr rot="5400000" lIns="114300" tIns="0" rIns="228600" bIns="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buNone/>
          </a:pPr>
          <a:r>
            <a:rPr lang="vi-VN" sz="1800" dirty="0">
              <a:latin typeface="+mn-lt"/>
            </a:rPr>
            <a:t>Đối với quản trị viên:</a:t>
          </a:r>
          <a:endParaRPr lang="en-US" sz="1800" dirty="0">
            <a:latin typeface="+mn-lt"/>
          </a:endParaRPr>
        </a:p>
        <a:p>
          <a:pPr marL="171450" lvl="1" indent="-171450">
            <a:lnSpc>
              <a:spcPct val="100000"/>
            </a:lnSpc>
            <a:spcBef>
              <a:spcPct val="0"/>
            </a:spcBef>
            <a:spcAft>
              <a:spcPct val="15000"/>
            </a:spcAft>
            <a:buChar char="•"/>
          </a:pPr>
          <a:r>
            <a:rPr lang="vi-VN" sz="1600" dirty="0">
              <a:latin typeface="+mn-lt"/>
            </a:rPr>
            <a:t>Quản lý người dùng, yêu cầu xác minh nhà tuyển dụng, tin tuyển dụng, đơn ứng tuyển, thống kê dữ liệu và danh mục hệ thống.</a:t>
          </a:r>
          <a:endParaRPr lang="en-US" sz="1600" dirty="0">
            <a:latin typeface="+mn-lt"/>
          </a:endParaRPr>
        </a:p>
      </dsp:txBody>
      <dsp:txXfrm rot="-5400000">
        <a:off x="5351256" y="390961"/>
        <a:ext cx="2905420" cy="2713446"/>
      </dsp:txXfrm>
    </dsp:sp>
    <dsp:sp modelId="{41157816-2DB0-4732-B643-7453AB532C23}">
      <dsp:nvSpPr>
        <dsp:cNvPr id="6" name="Flowchart: Manual Operation 5"/>
        <dsp:cNvSpPr/>
      </dsp:nvSpPr>
      <dsp:spPr bwMode="white">
        <a:xfrm rot="-5400000">
          <a:off x="8074877" y="390961"/>
          <a:ext cx="2905420" cy="2713446"/>
        </a:xfrm>
        <a:prstGeom prst="flowChartManualOperation">
          <a:avLst/>
        </a:prstGeom>
      </dsp:spPr>
      <dsp:style>
        <a:lnRef idx="2">
          <a:schemeClr val="lt1"/>
        </a:lnRef>
        <a:fillRef idx="1">
          <a:schemeClr val="accent5"/>
        </a:fillRef>
        <a:effectRef idx="0">
          <a:scrgbClr r="0" g="0" b="0"/>
        </a:effectRef>
        <a:fontRef idx="minor">
          <a:schemeClr val="lt1"/>
        </a:fontRef>
      </dsp:style>
      <dsp:txBody>
        <a:bodyPr rot="5400000" lIns="114300" tIns="0" rIns="228600" bIns="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buNone/>
          </a:pPr>
          <a:r>
            <a:rPr lang="en-US" sz="1800" dirty="0" err="1">
              <a:latin typeface="+mn-lt"/>
            </a:rPr>
            <a:t>Tính</a:t>
          </a:r>
          <a:r>
            <a:rPr lang="en-US" sz="1800" dirty="0">
              <a:latin typeface="+mn-lt"/>
            </a:rPr>
            <a:t> </a:t>
          </a:r>
          <a:r>
            <a:rPr lang="en-US" sz="1800" dirty="0" err="1">
              <a:latin typeface="+mn-lt"/>
            </a:rPr>
            <a:t>năng</a:t>
          </a:r>
          <a:r>
            <a:rPr lang="en-US" sz="1800" dirty="0">
              <a:latin typeface="+mn-lt"/>
            </a:rPr>
            <a:t> </a:t>
          </a:r>
          <a:r>
            <a:rPr lang="en-US" sz="1800" dirty="0" err="1">
              <a:latin typeface="+mn-lt"/>
            </a:rPr>
            <a:t>hỗ</a:t>
          </a:r>
          <a:r>
            <a:rPr lang="en-US" sz="1800" dirty="0">
              <a:latin typeface="+mn-lt"/>
            </a:rPr>
            <a:t> </a:t>
          </a:r>
          <a:r>
            <a:rPr lang="en-US" sz="1800" dirty="0" err="1">
              <a:latin typeface="+mn-lt"/>
            </a:rPr>
            <a:t>trợ</a:t>
          </a:r>
          <a:r>
            <a:rPr lang="en-US" sz="1800" dirty="0">
              <a:latin typeface="+mn-lt"/>
            </a:rPr>
            <a:t>:</a:t>
          </a:r>
          <a:endParaRPr lang="en-US" sz="1800" dirty="0">
            <a:latin typeface="+mn-lt"/>
          </a:endParaRPr>
        </a:p>
        <a:p>
          <a:pPr marL="171450" lvl="1" indent="-171450">
            <a:lnSpc>
              <a:spcPct val="100000"/>
            </a:lnSpc>
            <a:spcBef>
              <a:spcPct val="0"/>
            </a:spcBef>
            <a:spcAft>
              <a:spcPct val="15000"/>
            </a:spcAft>
            <a:buChar char="•"/>
          </a:pPr>
          <a:r>
            <a:rPr lang="en-US" sz="1600" dirty="0" err="1">
              <a:latin typeface="+mn-lt"/>
            </a:rPr>
            <a:t>Tích</a:t>
          </a:r>
          <a:r>
            <a:rPr lang="en-US" sz="1600" dirty="0">
              <a:latin typeface="+mn-lt"/>
            </a:rPr>
            <a:t> </a:t>
          </a:r>
          <a:r>
            <a:rPr lang="en-US" sz="1600" dirty="0" err="1">
              <a:latin typeface="+mn-lt"/>
            </a:rPr>
            <a:t>hợp</a:t>
          </a:r>
          <a:r>
            <a:rPr lang="en-US" sz="1600" dirty="0">
              <a:latin typeface="+mn-lt"/>
            </a:rPr>
            <a:t> bot chat </a:t>
          </a:r>
          <a:r>
            <a:rPr lang="en-US" sz="1600" dirty="0" err="1">
              <a:latin typeface="+mn-lt"/>
            </a:rPr>
            <a:t>hỗ</a:t>
          </a:r>
          <a:r>
            <a:rPr lang="en-US" sz="1600" dirty="0">
              <a:latin typeface="+mn-lt"/>
            </a:rPr>
            <a:t> </a:t>
          </a:r>
          <a:r>
            <a:rPr lang="en-US" sz="1600" dirty="0" err="1">
              <a:latin typeface="+mn-lt"/>
            </a:rPr>
            <a:t>trợ</a:t>
          </a:r>
          <a:r>
            <a:rPr lang="en-US" sz="1600" dirty="0">
              <a:latin typeface="+mn-lt"/>
            </a:rPr>
            <a:t> </a:t>
          </a:r>
          <a:r>
            <a:rPr lang="en-US" sz="1600" dirty="0" err="1">
              <a:latin typeface="+mn-lt"/>
            </a:rPr>
            <a:t>tìm</a:t>
          </a:r>
          <a:r>
            <a:rPr lang="en-US" sz="1600" dirty="0">
              <a:latin typeface="+mn-lt"/>
            </a:rPr>
            <a:t> </a:t>
          </a:r>
          <a:r>
            <a:rPr lang="en-US" sz="1600" dirty="0" err="1">
              <a:latin typeface="+mn-lt"/>
            </a:rPr>
            <a:t>việc</a:t>
          </a:r>
          <a:r>
            <a:rPr lang="en-US" sz="1600" dirty="0">
              <a:latin typeface="+mn-lt"/>
            </a:rPr>
            <a:t> </a:t>
          </a:r>
          <a:r>
            <a:rPr lang="en-US" sz="1600" dirty="0" err="1">
              <a:latin typeface="+mn-lt"/>
            </a:rPr>
            <a:t>làm</a:t>
          </a:r>
          <a:r>
            <a:rPr lang="en-US" sz="1600" dirty="0">
              <a:latin typeface="+mn-lt"/>
            </a:rPr>
            <a:t> </a:t>
          </a:r>
          <a:r>
            <a:rPr lang="en-US" sz="1600" dirty="0" err="1">
              <a:latin typeface="+mn-lt"/>
            </a:rPr>
            <a:t>nhanh</a:t>
          </a:r>
          <a:r>
            <a:rPr lang="en-US" sz="1600" dirty="0">
              <a:latin typeface="+mn-lt"/>
            </a:rPr>
            <a:t> </a:t>
          </a:r>
          <a:r>
            <a:rPr lang="en-US" sz="1600" dirty="0" err="1">
              <a:latin typeface="+mn-lt"/>
            </a:rPr>
            <a:t>chóng</a:t>
          </a:r>
          <a:r>
            <a:rPr lang="en-US" sz="1600" dirty="0">
              <a:latin typeface="+mn-lt"/>
            </a:rPr>
            <a:t> </a:t>
          </a:r>
          <a:r>
            <a:rPr lang="en-US" sz="1600" dirty="0" err="1">
              <a:latin typeface="+mn-lt"/>
            </a:rPr>
            <a:t>và</a:t>
          </a:r>
          <a:r>
            <a:rPr lang="en-US" sz="1600" dirty="0">
              <a:latin typeface="+mn-lt"/>
            </a:rPr>
            <a:t> </a:t>
          </a:r>
          <a:r>
            <a:rPr lang="en-US" sz="1600" dirty="0" err="1">
              <a:latin typeface="+mn-lt"/>
            </a:rPr>
            <a:t>dễ</a:t>
          </a:r>
          <a:r>
            <a:rPr lang="en-US" sz="1600" dirty="0">
              <a:latin typeface="+mn-lt"/>
            </a:rPr>
            <a:t> </a:t>
          </a:r>
          <a:r>
            <a:rPr lang="en-US" sz="1600" dirty="0" err="1">
              <a:latin typeface="+mn-lt"/>
            </a:rPr>
            <a:t>dàng</a:t>
          </a:r>
          <a:r>
            <a:rPr lang="en-US" sz="1600" dirty="0">
              <a:latin typeface="+mn-lt"/>
            </a:rPr>
            <a:t>.</a:t>
          </a:r>
        </a:p>
      </dsp:txBody>
      <dsp:txXfrm rot="-5400000">
        <a:off x="8074877" y="390961"/>
        <a:ext cx="2905420" cy="2713446"/>
      </dsp:txXfrm>
    </dsp:sp>
  </dsp:spTree>
</dsp:drawing>
</file>

<file path=ppt/diagrams/drawing3.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10903352" cy="4351338"/>
        <a:chOff x="0" y="0"/>
        <a:chExt cx="10903352" cy="4351338"/>
      </a:xfrm>
    </dsp:grpSpPr>
    <dsp:sp modelId="{3A9D7923-46CD-4FF2-BAF0-E800AD5E48DE}">
      <dsp:nvSpPr>
        <dsp:cNvPr id="3" name="Right Arrow 2"/>
        <dsp:cNvSpPr/>
      </dsp:nvSpPr>
      <dsp:spPr bwMode="white">
        <a:xfrm>
          <a:off x="817751" y="0"/>
          <a:ext cx="9267849" cy="4351338"/>
        </a:xfrm>
        <a:prstGeom prst="rightArrow">
          <a:avLst/>
        </a:prstGeom>
      </dsp:spPr>
      <dsp:style>
        <a:lnRef idx="0">
          <a:schemeClr val="accent1"/>
        </a:lnRef>
        <a:fillRef idx="1">
          <a:schemeClr val="accent1">
            <a:tint val="40000"/>
          </a:schemeClr>
        </a:fillRef>
        <a:effectRef idx="0">
          <a:scrgbClr r="0" g="0" b="0"/>
        </a:effectRef>
        <a:fontRef idx="minor"/>
      </dsp:style>
      <dsp:txXfrm>
        <a:off x="817751" y="0"/>
        <a:ext cx="9267849" cy="4351338"/>
      </dsp:txXfrm>
    </dsp:sp>
    <dsp:sp modelId="{50B411E8-4FB3-498D-ABAB-7178CAF31A55}">
      <dsp:nvSpPr>
        <dsp:cNvPr id="4" name="Rounded Rectangle 3"/>
        <dsp:cNvSpPr/>
      </dsp:nvSpPr>
      <dsp:spPr bwMode="white">
        <a:xfrm>
          <a:off x="0" y="1305401"/>
          <a:ext cx="3271006" cy="1740535"/>
        </a:xfrm>
        <a:prstGeom prst="roundRect">
          <a:avLst/>
        </a:prstGeom>
      </dsp:spPr>
      <dsp:style>
        <a:lnRef idx="2">
          <a:schemeClr val="lt1"/>
        </a:lnRef>
        <a:fillRef idx="1">
          <a:schemeClr val="accent1"/>
        </a:fillRef>
        <a:effectRef idx="0">
          <a:scrgbClr r="0" g="0" b="0"/>
        </a:effectRef>
        <a:fontRef idx="minor">
          <a:schemeClr val="lt1"/>
        </a:fontRef>
      </dsp:style>
      <dsp:txBody>
        <a:bodyPr lIns="45719" tIns="45719" rIns="45719" bIns="45719" anchor="ctr"/>
        <a:lstStyle>
          <a:lvl1pPr algn="ctr">
            <a:defRPr sz="1200"/>
          </a:lvl1pPr>
          <a:lvl2pPr marL="57150" indent="-57150" algn="ctr">
            <a:defRPr sz="900"/>
          </a:lvl2pPr>
          <a:lvl3pPr marL="114300" indent="-57150" algn="ctr">
            <a:defRPr sz="900"/>
          </a:lvl3pPr>
          <a:lvl4pPr marL="171450" indent="-57150" algn="ctr">
            <a:defRPr sz="900"/>
          </a:lvl4pPr>
          <a:lvl5pPr marL="228600" indent="-57150" algn="ctr">
            <a:defRPr sz="900"/>
          </a:lvl5pPr>
          <a:lvl6pPr marL="285750" indent="-57150" algn="ctr">
            <a:defRPr sz="900"/>
          </a:lvl6pPr>
          <a:lvl7pPr marL="342900" indent="-57150" algn="ctr">
            <a:defRPr sz="900"/>
          </a:lvl7pPr>
          <a:lvl8pPr marL="400050" indent="-57150" algn="ctr">
            <a:defRPr sz="900"/>
          </a:lvl8pPr>
          <a:lvl9pPr marL="457200" indent="-57150" algn="ctr">
            <a:defRPr sz="900"/>
          </a:lvl9pPr>
        </a:lstStyle>
        <a:p>
          <a:pPr lvl="0">
            <a:lnSpc>
              <a:spcPct val="100000"/>
            </a:lnSpc>
            <a:spcBef>
              <a:spcPct val="0"/>
            </a:spcBef>
            <a:spcAft>
              <a:spcPct val="35000"/>
            </a:spcAft>
          </a:pPr>
          <a:r>
            <a:rPr lang="vi-VN" dirty="0"/>
            <a:t>Bối cảnh: Nhu cầu tìm việc làm nhanh chóng, hiệu quả và minh bạch của người lao động Việt Nam ngày càng cao trong bối cảnh thị trường lao động cạnh tranh và chuyển đổi số. </a:t>
          </a:r>
          <a:endParaRPr lang="en-US" dirty="0"/>
        </a:p>
      </dsp:txBody>
      <dsp:txXfrm>
        <a:off x="0" y="1305401"/>
        <a:ext cx="3271006" cy="1740535"/>
      </dsp:txXfrm>
    </dsp:sp>
    <dsp:sp modelId="{2F48A531-A719-419D-BB60-8DA34F443A51}">
      <dsp:nvSpPr>
        <dsp:cNvPr id="5" name="Rounded Rectangle 4"/>
        <dsp:cNvSpPr/>
      </dsp:nvSpPr>
      <dsp:spPr bwMode="white">
        <a:xfrm>
          <a:off x="3816173" y="1305401"/>
          <a:ext cx="3271006" cy="1740535"/>
        </a:xfrm>
        <a:prstGeom prst="roundRect">
          <a:avLst/>
        </a:prstGeom>
      </dsp:spPr>
      <dsp:style>
        <a:lnRef idx="2">
          <a:schemeClr val="lt1"/>
        </a:lnRef>
        <a:fillRef idx="1">
          <a:schemeClr val="accent1"/>
        </a:fillRef>
        <a:effectRef idx="0">
          <a:scrgbClr r="0" g="0" b="0"/>
        </a:effectRef>
        <a:fontRef idx="minor">
          <a:schemeClr val="lt1"/>
        </a:fontRef>
      </dsp:style>
      <dsp:txBody>
        <a:bodyPr lIns="45719" tIns="45719" rIns="45719" bIns="45719" anchor="ctr"/>
        <a:lstStyle>
          <a:lvl1pPr algn="ctr">
            <a:defRPr sz="1200"/>
          </a:lvl1pPr>
          <a:lvl2pPr marL="57150" indent="-57150" algn="ctr">
            <a:defRPr sz="900"/>
          </a:lvl2pPr>
          <a:lvl3pPr marL="114300" indent="-57150" algn="ctr">
            <a:defRPr sz="900"/>
          </a:lvl3pPr>
          <a:lvl4pPr marL="171450" indent="-57150" algn="ctr">
            <a:defRPr sz="900"/>
          </a:lvl4pPr>
          <a:lvl5pPr marL="228600" indent="-57150" algn="ctr">
            <a:defRPr sz="900"/>
          </a:lvl5pPr>
          <a:lvl6pPr marL="285750" indent="-57150" algn="ctr">
            <a:defRPr sz="900"/>
          </a:lvl6pPr>
          <a:lvl7pPr marL="342900" indent="-57150" algn="ctr">
            <a:defRPr sz="900"/>
          </a:lvl7pPr>
          <a:lvl8pPr marL="400050" indent="-57150" algn="ctr">
            <a:defRPr sz="900"/>
          </a:lvl8pPr>
          <a:lvl9pPr marL="457200" indent="-57150" algn="ctr">
            <a:defRPr sz="900"/>
          </a:lvl9pPr>
        </a:lstStyle>
        <a:p>
          <a:pPr lvl="0">
            <a:lnSpc>
              <a:spcPct val="100000"/>
            </a:lnSpc>
            <a:spcBef>
              <a:spcPct val="0"/>
            </a:spcBef>
            <a:spcAft>
              <a:spcPct val="35000"/>
            </a:spcAft>
          </a:pPr>
          <a:r>
            <a:rPr lang="vi-VN" dirty="0"/>
            <a:t>Vấn đề: </a:t>
          </a:r>
          <a:r>
            <a:rPr lang="en-US" dirty="0"/>
            <a:t>Các </a:t>
          </a:r>
          <a:r>
            <a:rPr lang="en-US" dirty="0" err="1"/>
            <a:t>nền</a:t>
          </a:r>
          <a:r>
            <a:rPr lang="en-US" dirty="0"/>
            <a:t> </a:t>
          </a:r>
          <a:r>
            <a:rPr lang="en-US" dirty="0" err="1"/>
            <a:t>tảng</a:t>
          </a:r>
          <a:r>
            <a:rPr lang="en-US" dirty="0"/>
            <a:t> </a:t>
          </a:r>
          <a:r>
            <a:rPr lang="en-US" dirty="0" err="1"/>
            <a:t>hiện</a:t>
          </a:r>
          <a:r>
            <a:rPr lang="en-US" dirty="0"/>
            <a:t> </a:t>
          </a:r>
          <a:r>
            <a:rPr lang="en-US" dirty="0" err="1"/>
            <a:t>tại</a:t>
          </a:r>
          <a:r>
            <a:rPr lang="en-US" dirty="0"/>
            <a:t> </a:t>
          </a:r>
          <a:r>
            <a:rPr lang="en-US" dirty="0" err="1"/>
            <a:t>hạn</a:t>
          </a:r>
          <a:r>
            <a:rPr lang="en-US" dirty="0"/>
            <a:t> </a:t>
          </a:r>
          <a:r>
            <a:rPr lang="en-US" dirty="0" err="1"/>
            <a:t>chế</a:t>
          </a:r>
          <a:r>
            <a:rPr lang="en-US" dirty="0"/>
            <a:t> </a:t>
          </a:r>
          <a:r>
            <a:rPr lang="en-US" dirty="0" err="1"/>
            <a:t>về</a:t>
          </a:r>
          <a:r>
            <a:rPr lang="en-US" dirty="0"/>
            <a:t> </a:t>
          </a:r>
          <a:r>
            <a:rPr lang="en-US" dirty="0" err="1"/>
            <a:t>cập</a:t>
          </a:r>
          <a:r>
            <a:rPr lang="en-US" dirty="0"/>
            <a:t> </a:t>
          </a:r>
          <a:r>
            <a:rPr lang="en-US" dirty="0" err="1"/>
            <a:t>nhật</a:t>
          </a:r>
          <a:r>
            <a:rPr lang="en-US" dirty="0"/>
            <a:t> </a:t>
          </a:r>
          <a:r>
            <a:rPr lang="en-US" dirty="0" err="1"/>
            <a:t>thông</a:t>
          </a:r>
          <a:r>
            <a:rPr lang="en-US" dirty="0"/>
            <a:t> tin, </a:t>
          </a:r>
          <a:r>
            <a:rPr lang="en-US" dirty="0" err="1"/>
            <a:t>minh</a:t>
          </a:r>
          <a:r>
            <a:rPr lang="en-US" dirty="0"/>
            <a:t> </a:t>
          </a:r>
          <a:r>
            <a:rPr lang="en-US" dirty="0" err="1"/>
            <a:t>bạch</a:t>
          </a:r>
          <a:r>
            <a:rPr lang="en-US" dirty="0"/>
            <a:t> </a:t>
          </a:r>
          <a:r>
            <a:rPr lang="en-US" dirty="0" err="1"/>
            <a:t>thấp</a:t>
          </a:r>
          <a:r>
            <a:rPr lang="en-US" dirty="0"/>
            <a:t>, </a:t>
          </a:r>
          <a:r>
            <a:rPr lang="en-US" dirty="0" err="1"/>
            <a:t>dễ</a:t>
          </a:r>
          <a:r>
            <a:rPr lang="en-US" dirty="0"/>
            <a:t> </a:t>
          </a:r>
          <a:r>
            <a:rPr lang="en-US" dirty="0" err="1"/>
            <a:t>có</a:t>
          </a:r>
          <a:r>
            <a:rPr lang="en-US" dirty="0"/>
            <a:t> tin </a:t>
          </a:r>
          <a:r>
            <a:rPr lang="en-US" dirty="0" err="1"/>
            <a:t>giả</a:t>
          </a:r>
          <a:r>
            <a:rPr lang="en-US" dirty="0"/>
            <a:t>, </a:t>
          </a:r>
          <a:r>
            <a:rPr lang="en-US" dirty="0" err="1"/>
            <a:t>quy</a:t>
          </a:r>
          <a:r>
            <a:rPr lang="en-US" dirty="0"/>
            <a:t> </a:t>
          </a:r>
          <a:r>
            <a:rPr lang="en-US" dirty="0" err="1"/>
            <a:t>trình</a:t>
          </a:r>
          <a:r>
            <a:rPr lang="en-US" dirty="0"/>
            <a:t> </a:t>
          </a:r>
          <a:r>
            <a:rPr lang="en-US" dirty="0" err="1"/>
            <a:t>ứng</a:t>
          </a:r>
          <a:r>
            <a:rPr lang="en-US" dirty="0"/>
            <a:t> </a:t>
          </a:r>
          <a:r>
            <a:rPr lang="en-US" dirty="0" err="1"/>
            <a:t>tuyển</a:t>
          </a:r>
          <a:r>
            <a:rPr lang="en-US" dirty="0"/>
            <a:t> </a:t>
          </a:r>
          <a:r>
            <a:rPr lang="en-US" dirty="0" err="1"/>
            <a:t>phức</a:t>
          </a:r>
          <a:r>
            <a:rPr lang="en-US" dirty="0"/>
            <a:t> </a:t>
          </a:r>
          <a:r>
            <a:rPr lang="en-US" dirty="0" err="1"/>
            <a:t>tạp</a:t>
          </a:r>
          <a:r>
            <a:rPr lang="en-US" dirty="0"/>
            <a:t>, </a:t>
          </a:r>
          <a:r>
            <a:rPr lang="en-US" dirty="0" err="1"/>
            <a:t>thiếu</a:t>
          </a:r>
          <a:r>
            <a:rPr lang="en-US" dirty="0"/>
            <a:t> </a:t>
          </a:r>
          <a:r>
            <a:rPr lang="en-US" dirty="0" err="1"/>
            <a:t>hỗ</a:t>
          </a:r>
          <a:r>
            <a:rPr lang="en-US" dirty="0"/>
            <a:t> </a:t>
          </a:r>
          <a:r>
            <a:rPr lang="en-US" dirty="0" err="1"/>
            <a:t>trợ</a:t>
          </a:r>
          <a:r>
            <a:rPr lang="en-US" dirty="0"/>
            <a:t> </a:t>
          </a:r>
          <a:r>
            <a:rPr lang="en-US" dirty="0" err="1"/>
            <a:t>quản</a:t>
          </a:r>
          <a:r>
            <a:rPr lang="en-US" dirty="0"/>
            <a:t> </a:t>
          </a:r>
          <a:r>
            <a:rPr lang="en-US" dirty="0" err="1"/>
            <a:t>lý</a:t>
          </a:r>
          <a:r>
            <a:rPr lang="en-US" dirty="0"/>
            <a:t> </a:t>
          </a:r>
          <a:r>
            <a:rPr lang="en-US" dirty="0" err="1"/>
            <a:t>hiệu</a:t>
          </a:r>
          <a:r>
            <a:rPr lang="en-US" dirty="0"/>
            <a:t> </a:t>
          </a:r>
          <a:r>
            <a:rPr lang="en-US" dirty="0" err="1"/>
            <a:t>quả</a:t>
          </a:r>
          <a:r>
            <a:rPr lang="en-US" dirty="0"/>
            <a:t> </a:t>
          </a:r>
          <a:r>
            <a:rPr lang="en-US" dirty="0" err="1"/>
            <a:t>cho</a:t>
          </a:r>
          <a:r>
            <a:rPr lang="en-US" dirty="0"/>
            <a:t> </a:t>
          </a:r>
          <a:r>
            <a:rPr lang="en-US" dirty="0" err="1"/>
            <a:t>ứng</a:t>
          </a:r>
          <a:r>
            <a:rPr lang="en-US" dirty="0"/>
            <a:t> </a:t>
          </a:r>
          <a:r>
            <a:rPr lang="en-US" dirty="0" err="1"/>
            <a:t>viên</a:t>
          </a:r>
          <a:r>
            <a:rPr lang="en-US" dirty="0"/>
            <a:t> </a:t>
          </a:r>
          <a:r>
            <a:rPr lang="en-US" dirty="0" err="1"/>
            <a:t>và</a:t>
          </a:r>
          <a:r>
            <a:rPr lang="en-US" dirty="0"/>
            <a:t> </a:t>
          </a:r>
          <a:r>
            <a:rPr lang="en-US" dirty="0" err="1"/>
            <a:t>nhà</a:t>
          </a:r>
          <a:r>
            <a:rPr lang="en-US" dirty="0"/>
            <a:t> </a:t>
          </a:r>
          <a:r>
            <a:rPr lang="en-US" dirty="0" err="1"/>
            <a:t>tuyển</a:t>
          </a:r>
          <a:r>
            <a:rPr lang="en-US" dirty="0"/>
            <a:t> </a:t>
          </a:r>
          <a:r>
            <a:rPr lang="en-US" dirty="0" err="1"/>
            <a:t>dụng</a:t>
          </a:r>
          <a:r>
            <a:rPr lang="en-US" dirty="0"/>
            <a:t>.</a:t>
          </a:r>
        </a:p>
      </dsp:txBody>
      <dsp:txXfrm>
        <a:off x="3816173" y="1305401"/>
        <a:ext cx="3271006" cy="1740535"/>
      </dsp:txXfrm>
    </dsp:sp>
    <dsp:sp modelId="{5C4B3525-FF6E-4C09-8996-747A585601BA}">
      <dsp:nvSpPr>
        <dsp:cNvPr id="6" name="Rounded Rectangle 5"/>
        <dsp:cNvSpPr/>
      </dsp:nvSpPr>
      <dsp:spPr bwMode="white">
        <a:xfrm>
          <a:off x="7632346" y="1305401"/>
          <a:ext cx="3271006" cy="1740535"/>
        </a:xfrm>
        <a:prstGeom prst="roundRect">
          <a:avLst/>
        </a:prstGeom>
      </dsp:spPr>
      <dsp:style>
        <a:lnRef idx="2">
          <a:schemeClr val="lt1"/>
        </a:lnRef>
        <a:fillRef idx="1">
          <a:schemeClr val="accent1"/>
        </a:fillRef>
        <a:effectRef idx="0">
          <a:scrgbClr r="0" g="0" b="0"/>
        </a:effectRef>
        <a:fontRef idx="minor">
          <a:schemeClr val="lt1"/>
        </a:fontRef>
      </dsp:style>
      <dsp:txBody>
        <a:bodyPr lIns="45719" tIns="45719" rIns="45719" bIns="45719" anchor="ctr"/>
        <a:lstStyle>
          <a:lvl1pPr algn="ctr">
            <a:defRPr sz="1200"/>
          </a:lvl1pPr>
          <a:lvl2pPr marL="57150" indent="-57150" algn="ctr">
            <a:defRPr sz="900"/>
          </a:lvl2pPr>
          <a:lvl3pPr marL="114300" indent="-57150" algn="ctr">
            <a:defRPr sz="900"/>
          </a:lvl3pPr>
          <a:lvl4pPr marL="171450" indent="-57150" algn="ctr">
            <a:defRPr sz="900"/>
          </a:lvl4pPr>
          <a:lvl5pPr marL="228600" indent="-57150" algn="ctr">
            <a:defRPr sz="900"/>
          </a:lvl5pPr>
          <a:lvl6pPr marL="285750" indent="-57150" algn="ctr">
            <a:defRPr sz="900"/>
          </a:lvl6pPr>
          <a:lvl7pPr marL="342900" indent="-57150" algn="ctr">
            <a:defRPr sz="900"/>
          </a:lvl7pPr>
          <a:lvl8pPr marL="400050" indent="-57150" algn="ctr">
            <a:defRPr sz="900"/>
          </a:lvl8pPr>
          <a:lvl9pPr marL="457200" indent="-57150" algn="ctr">
            <a:defRPr sz="900"/>
          </a:lvl9pPr>
        </a:lstStyle>
        <a:p>
          <a:pPr lvl="0">
            <a:lnSpc>
              <a:spcPct val="100000"/>
            </a:lnSpc>
            <a:spcBef>
              <a:spcPct val="0"/>
            </a:spcBef>
            <a:spcAft>
              <a:spcPct val="35000"/>
            </a:spcAft>
          </a:pPr>
          <a:r>
            <a:rPr lang="vi-VN" dirty="0"/>
            <a:t>Mục tiêu:</a:t>
          </a:r>
          <a:r>
            <a:rPr lang="en-US" dirty="0"/>
            <a:t> </a:t>
          </a:r>
          <a:r>
            <a:rPr lang="vi-VN" dirty="0"/>
            <a:t>Xây dựng website tìm việc làm trực tuyến với các chức năng chính: tìm kiếm/ứng tuyển việc làm, quản lý hồ sơ ứng viên &amp; đơn ứng tuyển, quản lý tin tuyển dụng &amp; nhà tuyển dụng, quản lý danh mục hệ thống, vai trò người dùng, quản trị viên, thống kê dữ liệu và bot chat hỗ trợ.</a:t>
          </a:r>
          <a:endParaRPr lang="en-US" dirty="0"/>
        </a:p>
      </dsp:txBody>
      <dsp:txXfrm>
        <a:off x="7632346" y="1305401"/>
        <a:ext cx="3271006" cy="1740535"/>
      </dsp:txXfrm>
    </dsp:sp>
  </dsp:spTree>
</dsp:drawing>
</file>

<file path=ppt/diagrams/drawing4.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11223708" cy="4822724"/>
        <a:chOff x="0" y="0"/>
        <a:chExt cx="11223708" cy="4822724"/>
      </a:xfrm>
    </dsp:grpSpPr>
    <dsp:sp modelId="{5E847FDE-871E-4612-BBD4-34F3BF8C5397}">
      <dsp:nvSpPr>
        <dsp:cNvPr id="4" name="Rectangles 3"/>
        <dsp:cNvSpPr/>
      </dsp:nvSpPr>
      <dsp:spPr bwMode="white">
        <a:xfrm rot="5399999">
          <a:off x="2035000" y="614142"/>
          <a:ext cx="1040734" cy="200947"/>
        </a:xfrm>
        <a:prstGeom prst="rect">
          <a:avLst/>
        </a:prstGeom>
      </dsp:spPr>
      <dsp:style>
        <a:lnRef idx="0">
          <a:schemeClr val="accent4">
            <a:tint val="60000"/>
          </a:schemeClr>
        </a:lnRef>
        <a:fillRef idx="1">
          <a:schemeClr val="accent4">
            <a:tint val="60000"/>
          </a:schemeClr>
        </a:fillRef>
        <a:effectRef idx="0">
          <a:scrgbClr r="0" g="0" b="0"/>
        </a:effectRef>
        <a:fontRef idx="minor">
          <a:schemeClr val="lt1"/>
        </a:fontRef>
      </dsp:style>
      <dsp:txXfrm rot="5399999">
        <a:off x="2035000" y="614142"/>
        <a:ext cx="1040734" cy="200947"/>
      </dsp:txXfrm>
    </dsp:sp>
    <dsp:sp modelId="{5F73F7C9-A27F-456F-AD89-7C46230433F3}">
      <dsp:nvSpPr>
        <dsp:cNvPr id="3" name="Rounded Rectangle 2"/>
        <dsp:cNvSpPr/>
      </dsp:nvSpPr>
      <dsp:spPr bwMode="white">
        <a:xfrm>
          <a:off x="2269438" y="0"/>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Đăng ký tài khoản</a:t>
          </a:r>
          <a:endParaRPr lang="en-US" sz="1600" dirty="0"/>
        </a:p>
      </dsp:txBody>
      <dsp:txXfrm>
        <a:off x="2269438" y="0"/>
        <a:ext cx="1339646" cy="803787"/>
      </dsp:txXfrm>
    </dsp:sp>
    <dsp:sp modelId="{9EB3F751-7310-4EEB-8828-3A8D4E8F642E}">
      <dsp:nvSpPr>
        <dsp:cNvPr id="6" name="Rectangles 5"/>
        <dsp:cNvSpPr/>
      </dsp:nvSpPr>
      <dsp:spPr bwMode="white">
        <a:xfrm rot="5399999">
          <a:off x="2035000" y="1618876"/>
          <a:ext cx="1040734" cy="200947"/>
        </a:xfrm>
        <a:prstGeom prst="rect">
          <a:avLst/>
        </a:prstGeom>
      </dsp:spPr>
      <dsp:style>
        <a:lnRef idx="0">
          <a:schemeClr val="accent4">
            <a:tint val="60000"/>
          </a:schemeClr>
        </a:lnRef>
        <a:fillRef idx="1">
          <a:schemeClr val="accent4">
            <a:tint val="60000"/>
          </a:schemeClr>
        </a:fillRef>
        <a:effectRef idx="0">
          <a:scrgbClr r="0" g="0" b="0"/>
        </a:effectRef>
        <a:fontRef idx="minor">
          <a:schemeClr val="lt1"/>
        </a:fontRef>
      </dsp:style>
      <dsp:txXfrm rot="5399999">
        <a:off x="2035000" y="1618876"/>
        <a:ext cx="1040734" cy="200947"/>
      </dsp:txXfrm>
    </dsp:sp>
    <dsp:sp modelId="{3A226091-2C2E-4E1C-8232-DDC3D0203F69}">
      <dsp:nvSpPr>
        <dsp:cNvPr id="5" name="Rounded Rectangle 4"/>
        <dsp:cNvSpPr/>
      </dsp:nvSpPr>
      <dsp:spPr bwMode="white">
        <a:xfrm>
          <a:off x="2269438" y="1004734"/>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Đăng nhập/đăng xuất</a:t>
          </a:r>
          <a:endParaRPr lang="en-US" sz="1600" dirty="0"/>
        </a:p>
      </dsp:txBody>
      <dsp:txXfrm>
        <a:off x="2269438" y="1004734"/>
        <a:ext cx="1339646" cy="803787"/>
      </dsp:txXfrm>
    </dsp:sp>
    <dsp:sp modelId="{D93EBBC3-8453-404A-A165-2096908CB8BB}">
      <dsp:nvSpPr>
        <dsp:cNvPr id="8" name="Rectangles 7"/>
        <dsp:cNvSpPr/>
      </dsp:nvSpPr>
      <dsp:spPr bwMode="white">
        <a:xfrm rot="5399999">
          <a:off x="2035000" y="2623611"/>
          <a:ext cx="1040734" cy="200947"/>
        </a:xfrm>
        <a:prstGeom prst="rect">
          <a:avLst/>
        </a:prstGeom>
      </dsp:spPr>
      <dsp:style>
        <a:lnRef idx="0">
          <a:schemeClr val="accent4">
            <a:tint val="60000"/>
          </a:schemeClr>
        </a:lnRef>
        <a:fillRef idx="1">
          <a:schemeClr val="accent4">
            <a:tint val="60000"/>
          </a:schemeClr>
        </a:fillRef>
        <a:effectRef idx="0">
          <a:scrgbClr r="0" g="0" b="0"/>
        </a:effectRef>
        <a:fontRef idx="minor">
          <a:schemeClr val="lt1"/>
        </a:fontRef>
      </dsp:style>
      <dsp:txXfrm rot="5399999">
        <a:off x="2035000" y="2623611"/>
        <a:ext cx="1040734" cy="200947"/>
      </dsp:txXfrm>
    </dsp:sp>
    <dsp:sp modelId="{C4C867C6-0609-41FD-AB7F-87018003BD24}">
      <dsp:nvSpPr>
        <dsp:cNvPr id="7" name="Rounded Rectangle 6"/>
        <dsp:cNvSpPr/>
      </dsp:nvSpPr>
      <dsp:spPr bwMode="white">
        <a:xfrm>
          <a:off x="2269438" y="2009468"/>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Tìm kiếm việc làm</a:t>
          </a:r>
          <a:endParaRPr lang="en-US" sz="1600" dirty="0"/>
        </a:p>
      </dsp:txBody>
      <dsp:txXfrm>
        <a:off x="2269438" y="2009468"/>
        <a:ext cx="1339646" cy="803787"/>
      </dsp:txXfrm>
    </dsp:sp>
    <dsp:sp modelId="{516715D4-72E3-43CB-9047-5F7049832AB1}">
      <dsp:nvSpPr>
        <dsp:cNvPr id="10" name="Rectangles 9"/>
        <dsp:cNvSpPr/>
      </dsp:nvSpPr>
      <dsp:spPr bwMode="white">
        <a:xfrm rot="5399999">
          <a:off x="2035000" y="3628345"/>
          <a:ext cx="1040734" cy="200947"/>
        </a:xfrm>
        <a:prstGeom prst="rect">
          <a:avLst/>
        </a:prstGeom>
      </dsp:spPr>
      <dsp:style>
        <a:lnRef idx="0">
          <a:schemeClr val="accent4">
            <a:tint val="60000"/>
          </a:schemeClr>
        </a:lnRef>
        <a:fillRef idx="1">
          <a:schemeClr val="accent4">
            <a:tint val="60000"/>
          </a:schemeClr>
        </a:fillRef>
        <a:effectRef idx="0">
          <a:scrgbClr r="0" g="0" b="0"/>
        </a:effectRef>
        <a:fontRef idx="minor">
          <a:schemeClr val="lt1"/>
        </a:fontRef>
      </dsp:style>
      <dsp:txXfrm rot="5399999">
        <a:off x="2035000" y="3628345"/>
        <a:ext cx="1040734" cy="200947"/>
      </dsp:txXfrm>
    </dsp:sp>
    <dsp:sp modelId="{C7B1D6B7-66E6-43BD-A933-93F7636C0B31}">
      <dsp:nvSpPr>
        <dsp:cNvPr id="9" name="Rounded Rectangle 8"/>
        <dsp:cNvSpPr/>
      </dsp:nvSpPr>
      <dsp:spPr bwMode="white">
        <a:xfrm>
          <a:off x="2269438" y="3014203"/>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Lọc việc làm nâng cao</a:t>
          </a:r>
          <a:endParaRPr lang="en-US" sz="1600" dirty="0"/>
        </a:p>
      </dsp:txBody>
      <dsp:txXfrm>
        <a:off x="2269438" y="3014203"/>
        <a:ext cx="1339646" cy="803787"/>
      </dsp:txXfrm>
    </dsp:sp>
    <dsp:sp modelId="{46710311-299D-4F06-80E8-80AC432DC481}">
      <dsp:nvSpPr>
        <dsp:cNvPr id="12" name="Rectangles 11"/>
        <dsp:cNvSpPr/>
      </dsp:nvSpPr>
      <dsp:spPr bwMode="white">
        <a:xfrm rot="69450">
          <a:off x="2555186" y="4130712"/>
          <a:ext cx="1782092" cy="200947"/>
        </a:xfrm>
        <a:prstGeom prst="rect">
          <a:avLst/>
        </a:prstGeom>
      </dsp:spPr>
      <dsp:style>
        <a:lnRef idx="0">
          <a:schemeClr val="accent4">
            <a:tint val="60000"/>
          </a:schemeClr>
        </a:lnRef>
        <a:fillRef idx="1">
          <a:schemeClr val="accent4">
            <a:tint val="60000"/>
          </a:schemeClr>
        </a:fillRef>
        <a:effectRef idx="0">
          <a:scrgbClr r="0" g="0" b="0"/>
        </a:effectRef>
        <a:fontRef idx="minor">
          <a:schemeClr val="lt1"/>
        </a:fontRef>
      </dsp:style>
      <dsp:txXfrm rot="69450">
        <a:off x="2555186" y="4130712"/>
        <a:ext cx="1782092" cy="200947"/>
      </dsp:txXfrm>
    </dsp:sp>
    <dsp:sp modelId="{EFBA9A2C-C2D7-41DA-AF56-1FB66A92E7D9}">
      <dsp:nvSpPr>
        <dsp:cNvPr id="11" name="Rounded Rectangle 10"/>
        <dsp:cNvSpPr/>
      </dsp:nvSpPr>
      <dsp:spPr bwMode="white">
        <a:xfrm>
          <a:off x="2269438" y="4018937"/>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Xem chi tiết tin tuyển dụng</a:t>
          </a:r>
          <a:endParaRPr lang="en-US" sz="1600" dirty="0"/>
        </a:p>
      </dsp:txBody>
      <dsp:txXfrm>
        <a:off x="2269438" y="4018937"/>
        <a:ext cx="1339646" cy="803787"/>
      </dsp:txXfrm>
    </dsp:sp>
    <dsp:sp modelId="{85C3C05C-8F79-4732-AE16-7E033AB44519}">
      <dsp:nvSpPr>
        <dsp:cNvPr id="14" name="Rectangles 13"/>
        <dsp:cNvSpPr/>
      </dsp:nvSpPr>
      <dsp:spPr bwMode="white">
        <a:xfrm rot="-5399999">
          <a:off x="3852729" y="3628345"/>
          <a:ext cx="968734" cy="200947"/>
        </a:xfrm>
        <a:prstGeom prst="rect">
          <a:avLst/>
        </a:prstGeom>
      </dsp:spPr>
      <dsp:style>
        <a:lnRef idx="0">
          <a:schemeClr val="accent4">
            <a:tint val="60000"/>
          </a:schemeClr>
        </a:lnRef>
        <a:fillRef idx="1">
          <a:schemeClr val="accent4">
            <a:tint val="60000"/>
          </a:schemeClr>
        </a:fillRef>
        <a:effectRef idx="0">
          <a:scrgbClr r="0" g="0" b="0"/>
        </a:effectRef>
        <a:fontRef idx="minor">
          <a:schemeClr val="lt1"/>
        </a:fontRef>
      </dsp:style>
      <dsp:txXfrm rot="-5399999">
        <a:off x="3852729" y="3628345"/>
        <a:ext cx="968734" cy="200947"/>
      </dsp:txXfrm>
    </dsp:sp>
    <dsp:sp modelId="{6AF249D8-1274-4587-AE66-DAB8CE8593A2}">
      <dsp:nvSpPr>
        <dsp:cNvPr id="13" name="Rounded Rectangle 12"/>
        <dsp:cNvSpPr/>
      </dsp:nvSpPr>
      <dsp:spPr bwMode="white">
        <a:xfrm>
          <a:off x="4051167" y="4018937"/>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Ứng tuyển việc làm</a:t>
          </a:r>
          <a:endParaRPr lang="en-US" sz="1600" dirty="0"/>
        </a:p>
      </dsp:txBody>
      <dsp:txXfrm>
        <a:off x="4051167" y="4018937"/>
        <a:ext cx="1339646" cy="803787"/>
      </dsp:txXfrm>
    </dsp:sp>
    <dsp:sp modelId="{8C9C2A87-29D1-423F-8B23-ACD62BCC88C7}">
      <dsp:nvSpPr>
        <dsp:cNvPr id="16" name="Rectangles 15"/>
        <dsp:cNvSpPr/>
      </dsp:nvSpPr>
      <dsp:spPr bwMode="white">
        <a:xfrm rot="-5399999">
          <a:off x="3852729" y="2623611"/>
          <a:ext cx="968734" cy="200947"/>
        </a:xfrm>
        <a:prstGeom prst="rect">
          <a:avLst/>
        </a:prstGeom>
      </dsp:spPr>
      <dsp:style>
        <a:lnRef idx="0">
          <a:schemeClr val="accent4">
            <a:tint val="60000"/>
          </a:schemeClr>
        </a:lnRef>
        <a:fillRef idx="1">
          <a:schemeClr val="accent4">
            <a:tint val="60000"/>
          </a:schemeClr>
        </a:fillRef>
        <a:effectRef idx="0">
          <a:scrgbClr r="0" g="0" b="0"/>
        </a:effectRef>
        <a:fontRef idx="minor">
          <a:schemeClr val="lt1"/>
        </a:fontRef>
      </dsp:style>
      <dsp:txXfrm rot="-5399999">
        <a:off x="3852729" y="2623611"/>
        <a:ext cx="968734" cy="200947"/>
      </dsp:txXfrm>
    </dsp:sp>
    <dsp:sp modelId="{2289242C-0227-4B3B-B7C8-3EA6C04ACA82}">
      <dsp:nvSpPr>
        <dsp:cNvPr id="15" name="Rounded Rectangle 14"/>
        <dsp:cNvSpPr/>
      </dsp:nvSpPr>
      <dsp:spPr bwMode="white">
        <a:xfrm>
          <a:off x="4051167" y="3014202"/>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Đăng tin tuyển dụng</a:t>
          </a:r>
          <a:endParaRPr lang="en-US" sz="1600" dirty="0"/>
        </a:p>
      </dsp:txBody>
      <dsp:txXfrm>
        <a:off x="4051167" y="3014202"/>
        <a:ext cx="1339646" cy="803787"/>
      </dsp:txXfrm>
    </dsp:sp>
    <dsp:sp modelId="{05172CF3-EA77-4094-8331-FA266F0B6F37}">
      <dsp:nvSpPr>
        <dsp:cNvPr id="18" name="Rectangles 17"/>
        <dsp:cNvSpPr/>
      </dsp:nvSpPr>
      <dsp:spPr bwMode="white">
        <a:xfrm rot="-5399999">
          <a:off x="3852729" y="1618876"/>
          <a:ext cx="968734" cy="200947"/>
        </a:xfrm>
        <a:prstGeom prst="rect">
          <a:avLst/>
        </a:prstGeom>
      </dsp:spPr>
      <dsp:style>
        <a:lnRef idx="0">
          <a:schemeClr val="accent4">
            <a:tint val="60000"/>
          </a:schemeClr>
        </a:lnRef>
        <a:fillRef idx="1">
          <a:schemeClr val="accent4">
            <a:tint val="60000"/>
          </a:schemeClr>
        </a:fillRef>
        <a:effectRef idx="0">
          <a:scrgbClr r="0" g="0" b="0"/>
        </a:effectRef>
        <a:fontRef idx="minor">
          <a:schemeClr val="lt1"/>
        </a:fontRef>
      </dsp:style>
      <dsp:txXfrm rot="-5399999">
        <a:off x="3852729" y="1618876"/>
        <a:ext cx="968734" cy="200947"/>
      </dsp:txXfrm>
    </dsp:sp>
    <dsp:sp modelId="{628838C4-86DB-4BF9-8F70-235FC487DBDC}">
      <dsp:nvSpPr>
        <dsp:cNvPr id="17" name="Rounded Rectangle 16"/>
        <dsp:cNvSpPr/>
      </dsp:nvSpPr>
      <dsp:spPr bwMode="white">
        <a:xfrm>
          <a:off x="4051167" y="2009468"/>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Quản lý tin tuyển dụng</a:t>
          </a:r>
          <a:endParaRPr lang="en-US" sz="1600" dirty="0"/>
        </a:p>
      </dsp:txBody>
      <dsp:txXfrm>
        <a:off x="4051167" y="2009468"/>
        <a:ext cx="1339646" cy="803787"/>
      </dsp:txXfrm>
    </dsp:sp>
    <dsp:sp modelId="{E2337E73-B053-4811-A68E-AC92FF1F2479}">
      <dsp:nvSpPr>
        <dsp:cNvPr id="20" name="Rectangles 19"/>
        <dsp:cNvSpPr/>
      </dsp:nvSpPr>
      <dsp:spPr bwMode="white">
        <a:xfrm rot="-5399999">
          <a:off x="3852729" y="614142"/>
          <a:ext cx="968734" cy="200947"/>
        </a:xfrm>
        <a:prstGeom prst="rect">
          <a:avLst/>
        </a:prstGeom>
      </dsp:spPr>
      <dsp:style>
        <a:lnRef idx="0">
          <a:schemeClr val="accent4">
            <a:tint val="60000"/>
          </a:schemeClr>
        </a:lnRef>
        <a:fillRef idx="1">
          <a:schemeClr val="accent4">
            <a:tint val="60000"/>
          </a:schemeClr>
        </a:fillRef>
        <a:effectRef idx="0">
          <a:scrgbClr r="0" g="0" b="0"/>
        </a:effectRef>
        <a:fontRef idx="minor">
          <a:schemeClr val="lt1"/>
        </a:fontRef>
      </dsp:style>
      <dsp:txXfrm rot="-5399999">
        <a:off x="3852729" y="614142"/>
        <a:ext cx="968734" cy="200947"/>
      </dsp:txXfrm>
    </dsp:sp>
    <dsp:sp modelId="{22C2DF3B-AD60-43B8-9363-669DFCE36913}">
      <dsp:nvSpPr>
        <dsp:cNvPr id="19" name="Rounded Rectangle 18"/>
        <dsp:cNvSpPr/>
      </dsp:nvSpPr>
      <dsp:spPr bwMode="white">
        <a:xfrm>
          <a:off x="4051167" y="1004734"/>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Quản lý đơn ứng tuyển</a:t>
          </a:r>
          <a:endParaRPr lang="en-US" sz="1600" dirty="0"/>
        </a:p>
      </dsp:txBody>
      <dsp:txXfrm>
        <a:off x="4051167" y="1004734"/>
        <a:ext cx="1339646" cy="803787"/>
      </dsp:txXfrm>
    </dsp:sp>
    <dsp:sp modelId="{C67971E6-9C5B-4F26-8A90-E9DD2B9B368A}">
      <dsp:nvSpPr>
        <dsp:cNvPr id="22" name="Rectangles 21"/>
        <dsp:cNvSpPr/>
      </dsp:nvSpPr>
      <dsp:spPr bwMode="white">
        <a:xfrm rot="69450">
          <a:off x="4336914" y="111775"/>
          <a:ext cx="1782092" cy="200947"/>
        </a:xfrm>
        <a:prstGeom prst="rect">
          <a:avLst/>
        </a:prstGeom>
      </dsp:spPr>
      <dsp:style>
        <a:lnRef idx="0">
          <a:schemeClr val="accent4">
            <a:tint val="60000"/>
          </a:schemeClr>
        </a:lnRef>
        <a:fillRef idx="1">
          <a:schemeClr val="accent4">
            <a:tint val="60000"/>
          </a:schemeClr>
        </a:fillRef>
        <a:effectRef idx="0">
          <a:scrgbClr r="0" g="0" b="0"/>
        </a:effectRef>
        <a:fontRef idx="minor">
          <a:schemeClr val="lt1"/>
        </a:fontRef>
      </dsp:style>
      <dsp:txXfrm rot="69450">
        <a:off x="4336914" y="111775"/>
        <a:ext cx="1782092" cy="200947"/>
      </dsp:txXfrm>
    </dsp:sp>
    <dsp:sp modelId="{92B0DC73-DBE8-4E63-8F52-3C7C434A3B61}">
      <dsp:nvSpPr>
        <dsp:cNvPr id="21" name="Rounded Rectangle 20"/>
        <dsp:cNvSpPr/>
      </dsp:nvSpPr>
      <dsp:spPr bwMode="white">
        <a:xfrm>
          <a:off x="4051167" y="0"/>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Quản lý hồ sơ cá nhân</a:t>
          </a:r>
          <a:endParaRPr lang="en-US" sz="1600" dirty="0"/>
        </a:p>
      </dsp:txBody>
      <dsp:txXfrm>
        <a:off x="4051167" y="0"/>
        <a:ext cx="1339646" cy="803787"/>
      </dsp:txXfrm>
    </dsp:sp>
    <dsp:sp modelId="{5C628DB9-7E14-4264-B592-190B717B06FD}">
      <dsp:nvSpPr>
        <dsp:cNvPr id="24" name="Rectangles 23"/>
        <dsp:cNvSpPr/>
      </dsp:nvSpPr>
      <dsp:spPr bwMode="white">
        <a:xfrm rot="5399999">
          <a:off x="5598458" y="614142"/>
          <a:ext cx="1040734" cy="200947"/>
        </a:xfrm>
        <a:prstGeom prst="rect">
          <a:avLst/>
        </a:prstGeom>
      </dsp:spPr>
      <dsp:style>
        <a:lnRef idx="0">
          <a:schemeClr val="accent4">
            <a:tint val="60000"/>
          </a:schemeClr>
        </a:lnRef>
        <a:fillRef idx="1">
          <a:schemeClr val="accent4">
            <a:tint val="60000"/>
          </a:schemeClr>
        </a:fillRef>
        <a:effectRef idx="0">
          <a:scrgbClr r="0" g="0" b="0"/>
        </a:effectRef>
        <a:fontRef idx="minor">
          <a:schemeClr val="lt1"/>
        </a:fontRef>
      </dsp:style>
      <dsp:txXfrm rot="5399999">
        <a:off x="5598458" y="614142"/>
        <a:ext cx="1040734" cy="200947"/>
      </dsp:txXfrm>
    </dsp:sp>
    <dsp:sp modelId="{B15E7C8A-966A-414D-8D3E-D14A436BF59B}">
      <dsp:nvSpPr>
        <dsp:cNvPr id="23" name="Rounded Rectangle 22"/>
        <dsp:cNvSpPr/>
      </dsp:nvSpPr>
      <dsp:spPr bwMode="white">
        <a:xfrm>
          <a:off x="5832896" y="0"/>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Quản lý thông tin công ty</a:t>
          </a:r>
          <a:endParaRPr lang="en-US" sz="1600" dirty="0"/>
        </a:p>
      </dsp:txBody>
      <dsp:txXfrm>
        <a:off x="5832896" y="0"/>
        <a:ext cx="1339646" cy="803787"/>
      </dsp:txXfrm>
    </dsp:sp>
    <dsp:sp modelId="{B30C805E-A2A6-41A3-813E-77C0A4D1D978}">
      <dsp:nvSpPr>
        <dsp:cNvPr id="26" name="Rectangles 25"/>
        <dsp:cNvSpPr/>
      </dsp:nvSpPr>
      <dsp:spPr bwMode="white">
        <a:xfrm rot="5399999">
          <a:off x="5598458" y="1618876"/>
          <a:ext cx="1040734" cy="200947"/>
        </a:xfrm>
        <a:prstGeom prst="rect">
          <a:avLst/>
        </a:prstGeom>
      </dsp:spPr>
      <dsp:style>
        <a:lnRef idx="0">
          <a:schemeClr val="accent4">
            <a:tint val="60000"/>
          </a:schemeClr>
        </a:lnRef>
        <a:fillRef idx="1">
          <a:schemeClr val="accent4">
            <a:tint val="60000"/>
          </a:schemeClr>
        </a:fillRef>
        <a:effectRef idx="0">
          <a:scrgbClr r="0" g="0" b="0"/>
        </a:effectRef>
        <a:fontRef idx="minor">
          <a:schemeClr val="lt1"/>
        </a:fontRef>
      </dsp:style>
      <dsp:txXfrm rot="5399999">
        <a:off x="5598458" y="1618876"/>
        <a:ext cx="1040734" cy="200947"/>
      </dsp:txXfrm>
    </dsp:sp>
    <dsp:sp modelId="{446153AB-5670-4717-8D81-87676545A72D}">
      <dsp:nvSpPr>
        <dsp:cNvPr id="25" name="Rounded Rectangle 24"/>
        <dsp:cNvSpPr/>
      </dsp:nvSpPr>
      <dsp:spPr bwMode="white">
        <a:xfrm>
          <a:off x="5832896" y="1004734"/>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Duyệt yêu cầu nhà tuyển dụng</a:t>
          </a:r>
          <a:endParaRPr lang="en-US" sz="1600" dirty="0"/>
        </a:p>
      </dsp:txBody>
      <dsp:txXfrm>
        <a:off x="5832896" y="1004734"/>
        <a:ext cx="1339646" cy="803787"/>
      </dsp:txXfrm>
    </dsp:sp>
    <dsp:sp modelId="{6913B2ED-14CC-4AB5-9529-FB2E13537A97}">
      <dsp:nvSpPr>
        <dsp:cNvPr id="28" name="Rectangles 27"/>
        <dsp:cNvSpPr/>
      </dsp:nvSpPr>
      <dsp:spPr bwMode="white">
        <a:xfrm rot="5399999">
          <a:off x="5598458" y="2623611"/>
          <a:ext cx="1040734" cy="200947"/>
        </a:xfrm>
        <a:prstGeom prst="rect">
          <a:avLst/>
        </a:prstGeom>
      </dsp:spPr>
      <dsp:style>
        <a:lnRef idx="0">
          <a:schemeClr val="accent4">
            <a:tint val="60000"/>
          </a:schemeClr>
        </a:lnRef>
        <a:fillRef idx="1">
          <a:schemeClr val="accent4">
            <a:tint val="60000"/>
          </a:schemeClr>
        </a:fillRef>
        <a:effectRef idx="0">
          <a:scrgbClr r="0" g="0" b="0"/>
        </a:effectRef>
        <a:fontRef idx="minor">
          <a:schemeClr val="lt1"/>
        </a:fontRef>
      </dsp:style>
      <dsp:txXfrm rot="5399999">
        <a:off x="5598458" y="2623611"/>
        <a:ext cx="1040734" cy="200947"/>
      </dsp:txXfrm>
    </dsp:sp>
    <dsp:sp modelId="{9B150EBE-A23F-45E3-AD18-037210C534BF}">
      <dsp:nvSpPr>
        <dsp:cNvPr id="27" name="Rounded Rectangle 26"/>
        <dsp:cNvSpPr/>
      </dsp:nvSpPr>
      <dsp:spPr bwMode="white">
        <a:xfrm>
          <a:off x="5832896" y="2009468"/>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Quản lý danh mục hệ thống</a:t>
          </a:r>
          <a:endParaRPr lang="en-US" sz="1600" dirty="0"/>
        </a:p>
      </dsp:txBody>
      <dsp:txXfrm>
        <a:off x="5832896" y="2009468"/>
        <a:ext cx="1339646" cy="803787"/>
      </dsp:txXfrm>
    </dsp:sp>
    <dsp:sp modelId="{3D1C520D-5A1B-4BEF-A4D2-5372603F74ED}">
      <dsp:nvSpPr>
        <dsp:cNvPr id="30" name="Rectangles 29"/>
        <dsp:cNvSpPr/>
      </dsp:nvSpPr>
      <dsp:spPr bwMode="white">
        <a:xfrm rot="5399999">
          <a:off x="5598458" y="3628345"/>
          <a:ext cx="1040734" cy="200947"/>
        </a:xfrm>
        <a:prstGeom prst="rect">
          <a:avLst/>
        </a:prstGeom>
      </dsp:spPr>
      <dsp:style>
        <a:lnRef idx="0">
          <a:schemeClr val="accent4">
            <a:tint val="60000"/>
          </a:schemeClr>
        </a:lnRef>
        <a:fillRef idx="1">
          <a:schemeClr val="accent4">
            <a:tint val="60000"/>
          </a:schemeClr>
        </a:fillRef>
        <a:effectRef idx="0">
          <a:scrgbClr r="0" g="0" b="0"/>
        </a:effectRef>
        <a:fontRef idx="minor">
          <a:schemeClr val="lt1"/>
        </a:fontRef>
      </dsp:style>
      <dsp:txXfrm rot="5399999">
        <a:off x="5598458" y="3628345"/>
        <a:ext cx="1040734" cy="200947"/>
      </dsp:txXfrm>
    </dsp:sp>
    <dsp:sp modelId="{8553582A-6DD0-48CC-BAC9-9A2B76051D06}">
      <dsp:nvSpPr>
        <dsp:cNvPr id="29" name="Rounded Rectangle 28"/>
        <dsp:cNvSpPr/>
      </dsp:nvSpPr>
      <dsp:spPr bwMode="white">
        <a:xfrm>
          <a:off x="5832896" y="3014203"/>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Thống kê dữ liệu</a:t>
          </a:r>
          <a:endParaRPr lang="en-US" sz="1600" dirty="0"/>
        </a:p>
      </dsp:txBody>
      <dsp:txXfrm>
        <a:off x="5832896" y="3014203"/>
        <a:ext cx="1339646" cy="803787"/>
      </dsp:txXfrm>
    </dsp:sp>
    <dsp:sp modelId="{7331CA3D-D4DD-4E24-B509-8C83325744C5}">
      <dsp:nvSpPr>
        <dsp:cNvPr id="32" name="Rectangles 31"/>
        <dsp:cNvSpPr/>
      </dsp:nvSpPr>
      <dsp:spPr bwMode="white">
        <a:xfrm rot="69450">
          <a:off x="6118643" y="4130712"/>
          <a:ext cx="1782092" cy="200947"/>
        </a:xfrm>
        <a:prstGeom prst="rect">
          <a:avLst/>
        </a:prstGeom>
      </dsp:spPr>
      <dsp:style>
        <a:lnRef idx="0">
          <a:schemeClr val="accent4">
            <a:tint val="60000"/>
          </a:schemeClr>
        </a:lnRef>
        <a:fillRef idx="1">
          <a:schemeClr val="accent4">
            <a:tint val="60000"/>
          </a:schemeClr>
        </a:fillRef>
        <a:effectRef idx="0">
          <a:scrgbClr r="0" g="0" b="0"/>
        </a:effectRef>
        <a:fontRef idx="minor">
          <a:schemeClr val="lt1"/>
        </a:fontRef>
      </dsp:style>
      <dsp:txXfrm rot="69450">
        <a:off x="6118643" y="4130712"/>
        <a:ext cx="1782092" cy="200947"/>
      </dsp:txXfrm>
    </dsp:sp>
    <dsp:sp modelId="{1CAD0C39-6700-4BCE-AB7E-C3E8DB05091B}">
      <dsp:nvSpPr>
        <dsp:cNvPr id="31" name="Rounded Rectangle 30"/>
        <dsp:cNvSpPr/>
      </dsp:nvSpPr>
      <dsp:spPr bwMode="white">
        <a:xfrm>
          <a:off x="5832896" y="4018937"/>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Chatbot hỗ trợ tìm việc</a:t>
          </a:r>
          <a:endParaRPr lang="en-US" sz="1600" dirty="0"/>
        </a:p>
      </dsp:txBody>
      <dsp:txXfrm>
        <a:off x="5832896" y="4018937"/>
        <a:ext cx="1339646" cy="803787"/>
      </dsp:txXfrm>
    </dsp:sp>
    <dsp:sp modelId="{39D19F5F-2C43-41CA-83CF-9479FE2E2DAC}">
      <dsp:nvSpPr>
        <dsp:cNvPr id="34" name="Rectangles 33"/>
        <dsp:cNvSpPr/>
      </dsp:nvSpPr>
      <dsp:spPr bwMode="white">
        <a:xfrm rot="-5399999">
          <a:off x="7416186" y="3628345"/>
          <a:ext cx="968734" cy="200947"/>
        </a:xfrm>
        <a:prstGeom prst="rect">
          <a:avLst/>
        </a:prstGeom>
      </dsp:spPr>
      <dsp:style>
        <a:lnRef idx="0">
          <a:schemeClr val="accent4">
            <a:tint val="60000"/>
          </a:schemeClr>
        </a:lnRef>
        <a:fillRef idx="1">
          <a:schemeClr val="accent4">
            <a:tint val="60000"/>
          </a:schemeClr>
        </a:fillRef>
        <a:effectRef idx="0">
          <a:scrgbClr r="0" g="0" b="0"/>
        </a:effectRef>
        <a:fontRef idx="minor">
          <a:schemeClr val="lt1"/>
        </a:fontRef>
      </dsp:style>
      <dsp:txXfrm rot="-5399999">
        <a:off x="7416186" y="3628345"/>
        <a:ext cx="968734" cy="200947"/>
      </dsp:txXfrm>
    </dsp:sp>
    <dsp:sp modelId="{99B3EE25-3909-4482-BA9E-AB84CBC4EC12}">
      <dsp:nvSpPr>
        <dsp:cNvPr id="33" name="Rounded Rectangle 32"/>
        <dsp:cNvSpPr/>
      </dsp:nvSpPr>
      <dsp:spPr bwMode="white">
        <a:xfrm>
          <a:off x="7614624" y="4018937"/>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Hiển thị thông tin thống kê và biểu đồ</a:t>
          </a:r>
          <a:endParaRPr lang="en-US" sz="1600" dirty="0"/>
        </a:p>
      </dsp:txBody>
      <dsp:txXfrm>
        <a:off x="7614624" y="4018937"/>
        <a:ext cx="1339646" cy="803787"/>
      </dsp:txXfrm>
    </dsp:sp>
    <dsp:sp modelId="{2FBB43C6-3350-4573-80D2-F487DA23B4FB}">
      <dsp:nvSpPr>
        <dsp:cNvPr id="35" name="Rounded Rectangle 34"/>
        <dsp:cNvSpPr/>
      </dsp:nvSpPr>
      <dsp:spPr bwMode="white">
        <a:xfrm>
          <a:off x="7614624" y="3014202"/>
          <a:ext cx="1339646" cy="803787"/>
        </a:xfrm>
        <a:prstGeom prst="roundRect">
          <a:avLst>
            <a:gd name="adj" fmla="val 10000"/>
          </a:avLst>
        </a:prstGeom>
      </dsp:spPr>
      <dsp:style>
        <a:lnRef idx="2">
          <a:schemeClr val="lt1"/>
        </a:lnRef>
        <a:fillRef idx="1">
          <a:schemeClr val="accent4"/>
        </a:fillRef>
        <a:effectRef idx="0">
          <a:scrgbClr r="0" g="0" b="0"/>
        </a:effectRef>
        <a:fontRef idx="minor">
          <a:schemeClr val="lt1"/>
        </a:fontRef>
      </dsp:style>
      <dsp:txBody>
        <a:bodyPr lIns="60960" tIns="60960" rIns="60960" bIns="60960" anchor="ctr"/>
        <a:lstStyle>
          <a:lvl1pPr algn="ctr">
            <a:defRPr sz="6500"/>
          </a:lvl1pPr>
          <a:lvl2pPr marL="285750" indent="-285750" algn="ctr">
            <a:defRPr sz="5000"/>
          </a:lvl2pPr>
          <a:lvl3pPr marL="571500" indent="-285750" algn="ctr">
            <a:defRPr sz="5000"/>
          </a:lvl3pPr>
          <a:lvl4pPr marL="857250" indent="-285750" algn="ctr">
            <a:defRPr sz="5000"/>
          </a:lvl4pPr>
          <a:lvl5pPr marL="1143000" indent="-285750" algn="ctr">
            <a:defRPr sz="5000"/>
          </a:lvl5pPr>
          <a:lvl6pPr marL="1428750" indent="-285750" algn="ctr">
            <a:defRPr sz="5000"/>
          </a:lvl6pPr>
          <a:lvl7pPr marL="1714500" indent="-285750" algn="ctr">
            <a:defRPr sz="5000"/>
          </a:lvl7pPr>
          <a:lvl8pPr marL="2000250" indent="-285750" algn="ctr">
            <a:defRPr sz="5000"/>
          </a:lvl8pPr>
          <a:lvl9pPr marL="2286000" indent="-285750" algn="ctr">
            <a:defRPr sz="5000"/>
          </a:lvl9pPr>
        </a:lstStyle>
        <a:p>
          <a:pPr lvl="0">
            <a:lnSpc>
              <a:spcPct val="100000"/>
            </a:lnSpc>
            <a:spcBef>
              <a:spcPct val="0"/>
            </a:spcBef>
            <a:spcAft>
              <a:spcPct val="35000"/>
            </a:spcAft>
          </a:pPr>
          <a:r>
            <a:rPr lang="vi-VN" sz="1600" dirty="0"/>
            <a:t>Upload và tải file (CV, logo)</a:t>
          </a:r>
          <a:endParaRPr lang="en-US" sz="1600" dirty="0"/>
        </a:p>
      </dsp:txBody>
      <dsp:txXfrm>
        <a:off x="7614624" y="3014202"/>
        <a:ext cx="1339646" cy="803787"/>
      </dsp:txXfrm>
    </dsp:sp>
  </dsp:spTree>
</dsp:drawing>
</file>

<file path=ppt/diagrams/drawing5.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7020842" cy="4602322"/>
        <a:chOff x="0" y="0"/>
        <a:chExt cx="7020842" cy="4602322"/>
      </a:xfrm>
    </dsp:grpSpPr>
    <dsp:sp modelId="{38906A0B-30BC-452A-8B0B-E7440A5CC14A}">
      <dsp:nvSpPr>
        <dsp:cNvPr id="3" name="Oval 2"/>
        <dsp:cNvSpPr/>
      </dsp:nvSpPr>
      <dsp:spPr bwMode="white">
        <a:xfrm>
          <a:off x="327661" y="0"/>
          <a:ext cx="2760595" cy="2760933"/>
        </a:xfrm>
        <a:prstGeom prst="ellipse">
          <a:avLst/>
        </a:prstGeom>
      </dsp:spPr>
      <dsp:style>
        <a:lnRef idx="2">
          <a:schemeClr val="lt1"/>
        </a:lnRef>
        <a:fillRef idx="1">
          <a:schemeClr val="accent5">
            <a:alpha val="50000"/>
            <a:hueOff val="0"/>
            <a:satOff val="0"/>
            <a:lumOff val="0"/>
            <a:alpha val="50196"/>
          </a:schemeClr>
        </a:fillRef>
        <a:effectRef idx="0">
          <a:scrgbClr r="0" g="0" b="0"/>
        </a:effectRef>
        <a:fontRef idx="minor">
          <a:schemeClr val="tx1"/>
        </a:fontRef>
      </dsp:style>
      <dsp:txBody>
        <a:bodyPr lIns="129539" tIns="129539" rIns="129539" bIns="129539" anchor="ctr"/>
        <a:lstStyle>
          <a:lvl1pPr algn="ctr">
            <a:defRPr sz="3400"/>
          </a:lvl1pPr>
          <a:lvl2pPr marL="228600" indent="-228600" algn="ctr">
            <a:defRPr sz="2600"/>
          </a:lvl2pPr>
          <a:lvl3pPr marL="457200" indent="-228600" algn="ctr">
            <a:defRPr sz="2600"/>
          </a:lvl3pPr>
          <a:lvl4pPr marL="685800" indent="-228600" algn="ctr">
            <a:defRPr sz="2600"/>
          </a:lvl4pPr>
          <a:lvl5pPr marL="914400" indent="-228600" algn="ctr">
            <a:defRPr sz="2600"/>
          </a:lvl5pPr>
          <a:lvl6pPr marL="1143000" indent="-228600" algn="ctr">
            <a:defRPr sz="2600"/>
          </a:lvl6pPr>
          <a:lvl7pPr marL="1371600" indent="-228600" algn="ctr">
            <a:defRPr sz="2600"/>
          </a:lvl7pPr>
          <a:lvl8pPr marL="1600200" indent="-228600" algn="ctr">
            <a:defRPr sz="2600"/>
          </a:lvl8pPr>
          <a:lvl9pPr marL="1828800" indent="-228600" algn="ctr">
            <a:defRPr sz="2600"/>
          </a:lvl9pPr>
        </a:lstStyle>
        <a:p>
          <a:pPr lvl="0">
            <a:lnSpc>
              <a:spcPct val="100000"/>
            </a:lnSpc>
            <a:spcBef>
              <a:spcPct val="0"/>
            </a:spcBef>
            <a:spcAft>
              <a:spcPct val="35000"/>
            </a:spcAft>
          </a:pPr>
          <a:r>
            <a:rPr lang="en-US"/>
            <a:t>Khả năng mở rộng</a:t>
          </a:r>
          <a:endParaRPr lang="en-US" dirty="0"/>
        </a:p>
      </dsp:txBody>
      <dsp:txXfrm>
        <a:off x="327661" y="0"/>
        <a:ext cx="2760595" cy="2760933"/>
      </dsp:txXfrm>
    </dsp:sp>
    <dsp:sp modelId="{40C6D015-55DA-4CED-B649-72E2E8FFBFFE}">
      <dsp:nvSpPr>
        <dsp:cNvPr id="4" name="Oval 3"/>
        <dsp:cNvSpPr/>
      </dsp:nvSpPr>
      <dsp:spPr bwMode="white">
        <a:xfrm>
          <a:off x="1712365" y="1841389"/>
          <a:ext cx="2760595" cy="2760933"/>
        </a:xfrm>
        <a:prstGeom prst="ellipse">
          <a:avLst/>
        </a:prstGeom>
      </dsp:spPr>
      <dsp:style>
        <a:lnRef idx="2">
          <a:schemeClr val="lt1"/>
        </a:lnRef>
        <a:fillRef idx="1">
          <a:schemeClr val="accent5">
            <a:alpha val="50000"/>
            <a:hueOff val="-4039999"/>
            <a:satOff val="-260"/>
            <a:lumOff val="654"/>
            <a:alpha val="50196"/>
          </a:schemeClr>
        </a:fillRef>
        <a:effectRef idx="0">
          <a:scrgbClr r="0" g="0" b="0"/>
        </a:effectRef>
        <a:fontRef idx="minor">
          <a:schemeClr val="tx1"/>
        </a:fontRef>
      </dsp:style>
      <dsp:txBody>
        <a:bodyPr lIns="137160" tIns="137160" rIns="137160" bIns="137160" anchor="ctr"/>
        <a:lstStyle>
          <a:lvl1pPr algn="ctr">
            <a:defRPr sz="3600"/>
          </a:lvl1pPr>
          <a:lvl2pPr marL="285750" indent="-285750" algn="ctr">
            <a:defRPr sz="2800"/>
          </a:lvl2pPr>
          <a:lvl3pPr marL="571500" indent="-285750" algn="ctr">
            <a:defRPr sz="2800"/>
          </a:lvl3pPr>
          <a:lvl4pPr marL="857250" indent="-285750" algn="ctr">
            <a:defRPr sz="2800"/>
          </a:lvl4pPr>
          <a:lvl5pPr marL="1143000" indent="-285750" algn="ctr">
            <a:defRPr sz="2800"/>
          </a:lvl5pPr>
          <a:lvl6pPr marL="1428750" indent="-285750" algn="ctr">
            <a:defRPr sz="2800"/>
          </a:lvl6pPr>
          <a:lvl7pPr marL="1714500" indent="-285750" algn="ctr">
            <a:defRPr sz="2800"/>
          </a:lvl7pPr>
          <a:lvl8pPr marL="2000250" indent="-285750" algn="ctr">
            <a:defRPr sz="2800"/>
          </a:lvl8pPr>
          <a:lvl9pPr marL="2286000" indent="-285750" algn="ctr">
            <a:defRPr sz="2800"/>
          </a:lvl9pPr>
        </a:lstStyle>
        <a:p>
          <a:pPr lvl="0">
            <a:lnSpc>
              <a:spcPct val="100000"/>
            </a:lnSpc>
            <a:spcBef>
              <a:spcPct val="0"/>
            </a:spcBef>
            <a:spcAft>
              <a:spcPct val="35000"/>
            </a:spcAft>
          </a:pPr>
          <a:r>
            <a:rPr lang="en-US" dirty="0" err="1"/>
            <a:t>Tính</a:t>
          </a:r>
          <a:r>
            <a:rPr lang="en-US" dirty="0"/>
            <a:t> </a:t>
          </a:r>
          <a:r>
            <a:rPr lang="en-US" dirty="0" err="1"/>
            <a:t>bảo</a:t>
          </a:r>
          <a:r>
            <a:rPr lang="en-US" dirty="0"/>
            <a:t> </a:t>
          </a:r>
          <a:r>
            <a:rPr lang="en-US" dirty="0" err="1"/>
            <a:t>mật</a:t>
          </a:r>
          <a:endParaRPr lang="en-US" dirty="0"/>
        </a:p>
      </dsp:txBody>
      <dsp:txXfrm>
        <a:off x="1712365" y="1841389"/>
        <a:ext cx="2760595" cy="2760933"/>
      </dsp:txXfrm>
    </dsp:sp>
    <dsp:sp modelId="{F003B26E-53B4-4AF2-8B21-571579D9A522}">
      <dsp:nvSpPr>
        <dsp:cNvPr id="5" name="Oval 4"/>
        <dsp:cNvSpPr/>
      </dsp:nvSpPr>
      <dsp:spPr bwMode="white">
        <a:xfrm>
          <a:off x="3541707" y="47681"/>
          <a:ext cx="2760595" cy="2760933"/>
        </a:xfrm>
        <a:prstGeom prst="ellipse">
          <a:avLst/>
        </a:prstGeom>
      </dsp:spPr>
      <dsp:style>
        <a:lnRef idx="2">
          <a:schemeClr val="lt1"/>
        </a:lnRef>
        <a:fillRef idx="1">
          <a:schemeClr val="accent5">
            <a:alpha val="50000"/>
            <a:hueOff val="-8079999"/>
            <a:satOff val="-522"/>
            <a:lumOff val="1307"/>
            <a:alpha val="50196"/>
          </a:schemeClr>
        </a:fillRef>
        <a:effectRef idx="0">
          <a:scrgbClr r="0" g="0" b="0"/>
        </a:effectRef>
        <a:fontRef idx="minor">
          <a:schemeClr val="tx1"/>
        </a:fontRef>
      </dsp:style>
      <dsp:txBody>
        <a:bodyPr lIns="121920" tIns="121920" rIns="121920" bIns="121920" anchor="ctr"/>
        <a:lstStyle>
          <a:lvl1pPr algn="ctr">
            <a:defRPr sz="3200"/>
          </a:lvl1pPr>
          <a:lvl2pPr marL="228600" indent="-228600" algn="ctr">
            <a:defRPr sz="2400"/>
          </a:lvl2pPr>
          <a:lvl3pPr marL="457200" indent="-228600" algn="ctr">
            <a:defRPr sz="2400"/>
          </a:lvl3pPr>
          <a:lvl4pPr marL="685800" indent="-228600" algn="ctr">
            <a:defRPr sz="2400"/>
          </a:lvl4pPr>
          <a:lvl5pPr marL="914400" indent="-228600" algn="ctr">
            <a:defRPr sz="2400"/>
          </a:lvl5pPr>
          <a:lvl6pPr marL="1143000" indent="-228600" algn="ctr">
            <a:defRPr sz="2400"/>
          </a:lvl6pPr>
          <a:lvl7pPr marL="1371600" indent="-228600" algn="ctr">
            <a:defRPr sz="2400"/>
          </a:lvl7pPr>
          <a:lvl8pPr marL="1600200" indent="-228600" algn="ctr">
            <a:defRPr sz="2400"/>
          </a:lvl8pPr>
          <a:lvl9pPr marL="1828800" indent="-228600" algn="ctr">
            <a:defRPr sz="2400"/>
          </a:lvl9pPr>
        </a:lstStyle>
        <a:p>
          <a:pPr lvl="0">
            <a:lnSpc>
              <a:spcPct val="100000"/>
            </a:lnSpc>
            <a:spcBef>
              <a:spcPct val="0"/>
            </a:spcBef>
            <a:spcAft>
              <a:spcPct val="35000"/>
            </a:spcAft>
          </a:pPr>
          <a:r>
            <a:rPr lang="en-US" dirty="0"/>
            <a:t>Giao </a:t>
          </a:r>
          <a:r>
            <a:rPr lang="en-US" dirty="0" err="1"/>
            <a:t>diện</a:t>
          </a:r>
          <a:r>
            <a:rPr lang="en-US" dirty="0"/>
            <a:t> </a:t>
          </a:r>
          <a:r>
            <a:rPr lang="en-US" dirty="0" err="1"/>
            <a:t>thân</a:t>
          </a:r>
          <a:r>
            <a:rPr lang="en-US" dirty="0"/>
            <a:t> </a:t>
          </a:r>
          <a:r>
            <a:rPr lang="en-US" dirty="0" err="1"/>
            <a:t>thiện</a:t>
          </a:r>
          <a:endParaRPr lang="en-US" dirty="0"/>
        </a:p>
      </dsp:txBody>
      <dsp:txXfrm>
        <a:off x="3541707" y="47681"/>
        <a:ext cx="2760595" cy="2760933"/>
      </dsp:txXfrm>
    </dsp:sp>
    <dsp:sp modelId="{22AD7E15-7717-4DEF-BF04-AEB5568C6CE7}">
      <dsp:nvSpPr>
        <dsp:cNvPr id="6" name="Oval 5"/>
        <dsp:cNvSpPr/>
      </dsp:nvSpPr>
      <dsp:spPr bwMode="white">
        <a:xfrm>
          <a:off x="5401842" y="1841389"/>
          <a:ext cx="2760595" cy="2760933"/>
        </a:xfrm>
        <a:prstGeom prst="ellipse">
          <a:avLst/>
        </a:prstGeom>
      </dsp:spPr>
      <dsp:style>
        <a:lnRef idx="2">
          <a:schemeClr val="lt1"/>
        </a:lnRef>
        <a:fillRef idx="1">
          <a:schemeClr val="accent5">
            <a:alpha val="50000"/>
            <a:hueOff val="-12120000"/>
            <a:satOff val="-783"/>
            <a:lumOff val="1961"/>
            <a:alpha val="50196"/>
          </a:schemeClr>
        </a:fillRef>
        <a:effectRef idx="0">
          <a:scrgbClr r="0" g="0" b="0"/>
        </a:effectRef>
        <a:fontRef idx="minor">
          <a:schemeClr val="tx1"/>
        </a:fontRef>
      </dsp:style>
      <dsp:txBody>
        <a:bodyPr lIns="87630" tIns="87630" rIns="87630" bIns="87630" anchor="ctr"/>
        <a:lstStyle>
          <a:lvl1pPr algn="ctr">
            <a:defRPr sz="2300"/>
          </a:lvl1pPr>
          <a:lvl2pPr marL="171450" indent="-171450" algn="ctr">
            <a:defRPr sz="1700"/>
          </a:lvl2pPr>
          <a:lvl3pPr marL="342900" indent="-171450" algn="ctr">
            <a:defRPr sz="1700"/>
          </a:lvl3pPr>
          <a:lvl4pPr marL="514350" indent="-171450" algn="ctr">
            <a:defRPr sz="1700"/>
          </a:lvl4pPr>
          <a:lvl5pPr marL="685800" indent="-171450" algn="ctr">
            <a:defRPr sz="1700"/>
          </a:lvl5pPr>
          <a:lvl6pPr marL="857250" indent="-171450" algn="ctr">
            <a:defRPr sz="1700"/>
          </a:lvl6pPr>
          <a:lvl7pPr marL="1028700" indent="-171450" algn="ctr">
            <a:defRPr sz="1700"/>
          </a:lvl7pPr>
          <a:lvl8pPr marL="1200150" indent="-171450" algn="ctr">
            <a:defRPr sz="1700"/>
          </a:lvl8pPr>
          <a:lvl9pPr marL="1371600" indent="-171450" algn="ctr">
            <a:defRPr sz="1700"/>
          </a:lvl9pPr>
        </a:lstStyle>
        <a:p>
          <a:pPr lvl="0">
            <a:lnSpc>
              <a:spcPct val="100000"/>
            </a:lnSpc>
            <a:spcBef>
              <a:spcPct val="0"/>
            </a:spcBef>
            <a:spcAft>
              <a:spcPct val="35000"/>
            </a:spcAft>
          </a:pPr>
          <a:r>
            <a:rPr lang="en-US" dirty="0" err="1"/>
            <a:t>Tương</a:t>
          </a:r>
          <a:r>
            <a:rPr lang="en-US" dirty="0"/>
            <a:t> </a:t>
          </a:r>
          <a:r>
            <a:rPr lang="en-US" dirty="0" err="1"/>
            <a:t>thích</a:t>
          </a:r>
          <a:r>
            <a:rPr lang="en-US" dirty="0"/>
            <a:t> </a:t>
          </a:r>
          <a:r>
            <a:rPr lang="en-US" dirty="0" err="1"/>
            <a:t>các</a:t>
          </a:r>
          <a:r>
            <a:rPr lang="en-US" dirty="0"/>
            <a:t> </a:t>
          </a:r>
          <a:r>
            <a:rPr lang="en-US" dirty="0" err="1"/>
            <a:t>trình</a:t>
          </a:r>
          <a:r>
            <a:rPr lang="en-US" dirty="0"/>
            <a:t> </a:t>
          </a:r>
          <a:r>
            <a:rPr lang="en-US" dirty="0" err="1"/>
            <a:t>duyệt</a:t>
          </a:r>
          <a:r>
            <a:rPr lang="en-US" dirty="0"/>
            <a:t> </a:t>
          </a:r>
          <a:r>
            <a:rPr lang="en-US" dirty="0" err="1"/>
            <a:t>phổ</a:t>
          </a:r>
          <a:r>
            <a:rPr lang="en-US" dirty="0"/>
            <a:t> </a:t>
          </a:r>
          <a:r>
            <a:rPr lang="en-US" dirty="0" err="1"/>
            <a:t>biến</a:t>
          </a:r>
          <a:r>
            <a:rPr lang="en-US" dirty="0"/>
            <a:t>: Chrome, Firefox,…</a:t>
          </a:r>
        </a:p>
      </dsp:txBody>
      <dsp:txXfrm>
        <a:off x="5401842" y="1841389"/>
        <a:ext cx="2760595" cy="2760933"/>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type="flowChartManualOperation" r:blip="" rot="-90">
              <dgm:adjLst/>
            </dgm:shape>
          </dgm:if>
          <dgm:else name="Name6">
            <dgm:shape xmlns:r="http://schemas.openxmlformats.org/officeDocument/2006/relationships" type="flowChartManualOperation" r:blip="" rot="90">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vertAlign" val="mid"/>
      <dgm:param type="horzAlign" val="ctr"/>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bProcess4">
  <dgm:title val=""/>
  <dgm:desc val=""/>
  <dgm:catLst>
    <dgm:cat type="process" pri="19000"/>
  </dgm:catLst>
  <dgm:sampData>
    <dgm:dataModel>
      <dgm:ptLst>
        <dgm:pt modelId="0" type="doc"/>
        <dgm:pt modelId="1">
          <dgm:prSet phldr="1"/>
        </dgm:pt>
        <dgm:pt modelId="2">
          <dgm:prSet phldr="1"/>
        </dgm:pt>
        <dgm:pt modelId="3">
          <dgm:prSet phldr="1"/>
        </dgm:pt>
        <dgm:pt modelId="4">
          <dgm:prSet phldr="1"/>
        </dgm:pt>
        <dgm:pt modelId="5">
          <dgm:prSet phldr="1"/>
        </dgm:pt>
        <dgm:pt modelId="6">
          <dgm:prSet phldr="1"/>
        </dgm:pt>
        <dgm:pt modelId="7">
          <dgm:prSet phldr="1"/>
        </dgm:pt>
        <dgm:pt modelId="8">
          <dgm:prSet phldr="1"/>
        </dgm:pt>
        <dgm:pt modelId="9">
          <dgm:prSet phldr="1"/>
        </dgm:pt>
      </dgm:ptLst>
      <dgm:cxnLst>
        <dgm:cxn modelId="10" srcId="0" destId="1" srcOrd="0" destOrd="0"/>
        <dgm:cxn modelId="11" srcId="0" destId="2" srcOrd="1" destOrd="0"/>
        <dgm:cxn modelId="12" srcId="0" destId="3" srcOrd="2" destOrd="0"/>
        <dgm:cxn modelId="13" srcId="0" destId="4" srcOrd="3" destOrd="0"/>
        <dgm:cxn modelId="14" srcId="0" destId="5" srcOrd="4" destOrd="0"/>
        <dgm:cxn modelId="15" srcId="0" destId="6" srcOrd="5" destOrd="0"/>
        <dgm:cxn modelId="16" srcId="0" destId="7" srcOrd="6" destOrd="0"/>
        <dgm:cxn modelId="17" srcId="0" destId="8" srcOrd="7" destOrd="0"/>
        <dgm:cxn modelId="18" srcId="0" destId="9" srcOrd="8"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Name0">
    <dgm:varLst>
      <dgm:dir/>
      <dgm:resizeHandles/>
    </dgm:varLst>
    <dgm:choose name="Name1">
      <dgm:if name="Name2" func="var" arg="dir" op="equ" val="norm">
        <dgm:alg type="snake">
          <dgm:param type="bkpt" val="bal"/>
          <dgm:param type="contDir" val="revDir"/>
          <dgm:param type="grDir" val="tL"/>
          <dgm:param type="flowDir" val="col"/>
        </dgm:alg>
      </dgm:if>
      <dgm:else name="Name3">
        <dgm:alg type="snake">
          <dgm:param type="bkpt" val="bal"/>
          <dgm:param type="contDir" val="revDir"/>
          <dgm:param type="grDir" val="tR"/>
          <dgm:param type="flowDir" val="col"/>
        </dgm:alg>
      </dgm:else>
    </dgm:choose>
    <dgm:shape xmlns:r="http://schemas.openxmlformats.org/officeDocument/2006/relationships" r:blip="">
      <dgm:adjLst/>
    </dgm:shape>
    <dgm:presOf/>
    <dgm:constrLst>
      <dgm:constr type="w" for="ch" forName="compNode" refType="w"/>
      <dgm:constr type="h" for="ch" forName="compNode" refType="w" fact="0.6"/>
      <dgm:constr type="h" for="ch" forName="sibTrans" refType="h" refFor="ch" refForName="compNode" op="equ" fact="0.25"/>
      <dgm:constr type="sp" refType="w" fact="0.33"/>
      <dgm:constr type="primFontSz" for="des" forName="node" op="equ" val="65"/>
    </dgm:constrLst>
    <dgm:ruleLst/>
    <dgm:forEach name="nodesForEach" axis="ch" ptType="node">
      <dgm:layoutNode name="compNode">
        <dgm:alg type="composite"/>
        <dgm:shape xmlns:r="http://schemas.openxmlformats.org/officeDocument/2006/relationships" r:blip="">
          <dgm:adjLst/>
        </dgm:shape>
        <dgm:presOf/>
        <dgm:choose name="Name4">
          <dgm:if name="Name5" axis="self" func="var" arg="dir" op="equ" val="norm">
            <dgm:constrLst>
              <dgm:constr type="l" for="ch" forName="dummyConnPt" refType="w" fact="0.2"/>
              <dgm:constr type="t" for="ch" forName="dummyConnPt" refType="w" fact="0.145"/>
              <dgm:constr type="l" for="ch" forName="node"/>
              <dgm:constr type="t" for="ch" forName="node"/>
              <dgm:constr type="h" for="ch" forName="node" refType="h"/>
              <dgm:constr type="w" for="ch" forName="node" refType="w"/>
            </dgm:constrLst>
          </dgm:if>
          <dgm:else name="Name6">
            <dgm:constrLst>
              <dgm:constr type="l" for="ch" forName="dummyConnPt" refType="w" fact="0.8"/>
              <dgm:constr type="t" for="ch" forName="dummyConnPt" refType="w" fact="0.145"/>
              <dgm:constr type="l" for="ch" forName="node"/>
              <dgm:constr type="t" for="ch" forName="node"/>
              <dgm:constr type="h" for="ch" forName="node" refType="h"/>
              <dgm:constr type="w" for="ch" forName="node" refType="w"/>
            </dgm:constrLst>
          </dgm:else>
        </dgm:choose>
        <dgm:ruleLst/>
        <dgm:layoutNode name="dummyConnPt" styleLbl="node1" moveWith="node">
          <dgm:alg type="sp"/>
          <dgm:shape xmlns:r="http://schemas.openxmlformats.org/officeDocument/2006/relationships" r:blip="">
            <dgm:adjLst/>
          </dgm:shape>
          <dgm:presOf/>
          <dgm:constrLst>
            <dgm:constr type="w" val="1"/>
            <dgm:constr type="h" val="1"/>
          </dgm:constrLst>
          <dgm:ruleLst/>
        </dgm:layout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 type="primFontSz" val="65"/>
          </dgm:constrLst>
          <dgm:ruleLst>
            <dgm:rule type="primFontSz" val="5" fact="NaN" max="NaN"/>
          </dgm:ruleLst>
        </dgm:layoutNode>
      </dgm:layoutNode>
      <dgm:forEach name="sibTransForEach" axis="followSib" cnt="1">
        <dgm:layoutNode name="sibTrans" styleLbl="bgSibTrans2D1">
          <dgm:choose name="Name7">
            <dgm:if name="Name8" axis="self" func="var" arg="dir" op="equ" val="norm">
              <dgm:alg type="conn">
                <dgm:param type="srcNode" val="dummyConnPt"/>
                <dgm:param type="dstNode" val="dummyConnPt"/>
                <dgm:param type="begSty" val="noArr"/>
                <dgm:param type="endSty" val="noArr"/>
                <dgm:param type="begPts" val="auto auto tCtr"/>
                <dgm:param type="endPts" val="auto auto bCtr"/>
              </dgm:alg>
            </dgm:if>
            <dgm:else name="Name9">
              <dgm:alg type="conn">
                <dgm:param type="srcNode" val="dummyConnPt"/>
                <dgm:param type="dstNode" val="dummyConnPt"/>
                <dgm:param type="begSty" val="noArr"/>
                <dgm:param type="endSty" val="noArr"/>
                <dgm:param type="begPts" val="auto auto tCtr"/>
                <dgm:param type="endPts" val="auto auto bCtr"/>
              </dgm:alg>
            </dgm:else>
          </dgm:choose>
          <dgm:shape xmlns:r="http://schemas.openxmlformats.org/officeDocument/2006/relationships" type="conn" r:blip="" zOrderOff="-2">
            <dgm:adjLst/>
          </dgm:shape>
          <dgm:presOf axis="self"/>
          <dgm:constrLst>
            <dgm:constr type="begPad"/>
            <dgm:constr type="endPad"/>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rings+Icon">
  <dgm:title val="Interconnected Rings"/>
  <dgm:desc val="Use to show overlapping or interconnected ideas or concepts. The first seven lines of Level 1 text correspond with a circle. Unused text does not appear, but remains available if you switch layouts.  "/>
  <dgm:catLst>
    <dgm:cat type="relationship" pri="32000"/>
    <dgm:cat type="officeonline" pri="6000"/>
  </dgm:catLst>
  <dgm:sampData useDef="1">
    <dgm:dataModel>
      <dgm:ptLst/>
      <dgm:bg/>
      <dgm:whole/>
    </dgm:dataModel>
  </dgm:sampData>
  <dgm:styleData>
    <dgm:dataModel>
      <dgm:ptLst>
        <dgm:pt modelId="0" type="doc"/>
        <dgm:pt modelId="10"/>
        <dgm:pt modelId="20"/>
      </dgm:ptLst>
      <dgm:cxnLst>
        <dgm:cxn modelId="30" srcId="0" destId="10" srcOrd="0" destOrd="0"/>
        <dgm:cxn modelId="40" srcId="0" destId="20" srcOrd="1" destOrd="0"/>
      </dgm:cxnLst>
      <dgm:bg/>
      <dgm:whole/>
    </dgm:dataModel>
  </dgm:styleData>
  <dgm:clrData>
    <dgm:dataModel>
      <dgm:ptLst>
        <dgm:pt modelId="0" type="doc"/>
        <dgm:pt modelId="10"/>
        <dgm:pt modelId="20"/>
        <dgm:pt modelId="30"/>
        <dgm:pt modelId="40"/>
      </dgm:ptLst>
      <dgm:cxnLst>
        <dgm:cxn modelId="50" srcId="0" destId="10" srcOrd="0" destOrd="0"/>
        <dgm:cxn modelId="60" srcId="0" destId="20" srcOrd="1" destOrd="0"/>
        <dgm:cxn modelId="70" srcId="0" destId="30" srcOrd="2" destOrd="0"/>
        <dgm:cxn modelId="80" srcId="0" destId="40" srcOrd="2" destOrd="0"/>
      </dgm:cxnLst>
      <dgm:bg/>
      <dgm:whole/>
    </dgm:dataModel>
  </dgm:clrData>
  <dgm:layoutNode name="Name0">
    <dgm:varLst>
      <dgm:chMax val="7"/>
      <dgm:dir/>
      <dgm:resizeHandles val="exact"/>
    </dgm:varLst>
    <dgm:choose name="Name1">
      <dgm:if name="Name2" axis="ch" ptType="node" func="cnt" op="lt" val="1">
        <dgm:alg type="composite"/>
        <dgm:shape xmlns:r="http://schemas.openxmlformats.org/officeDocument/2006/relationships" r:blip="">
          <dgm:adjLst/>
        </dgm:shape>
        <dgm:presOf/>
        <dgm:constrLst/>
        <dgm:ruleLst/>
      </dgm:if>
      <dgm:if name="Name3" axis="ch" ptType="node" func="cnt" op="equ" val="1">
        <dgm:alg type="composite">
          <dgm:param type="ar" val="1"/>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dgm:constr type="h" for="ch" forName="ellipse1" refType="h"/>
        </dgm:constrLst>
      </dgm:if>
      <dgm:if name="Name4" axis="ch" ptType="node" func="cnt" op="equ" val="2">
        <dgm:alg type="composite">
          <dgm:param type="ar" val="0.9086"/>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6602"/>
          <dgm:constr type="h" for="ch" forName="ellipse1" refType="h" fact="0.5999"/>
          <dgm:constr type="l" for="ch" forName="ellipse2" refType="w" fact="0.3398"/>
          <dgm:constr type="t" for="ch" forName="ellipse2" refType="h" fact="0.4001"/>
          <dgm:constr type="w" for="ch" forName="ellipse2" refType="w" fact="0.6602"/>
          <dgm:constr type="h" for="ch" forName="ellipse2" refType="h" fact="0.5999"/>
        </dgm:constrLst>
      </dgm:if>
      <dgm:if name="Name5" axis="ch" ptType="node" func="cnt" op="equ" val="3">
        <dgm:alg type="composite">
          <dgm:param type="ar" val="1.2171"/>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4929"/>
          <dgm:constr type="h" for="ch" forName="ellipse1" refType="h" fact="0.5999"/>
          <dgm:constr type="l" for="ch" forName="ellipse2" refType="w" fact="0.2537"/>
          <dgm:constr type="t" for="ch" forName="ellipse2" refType="h" fact="0.4001"/>
          <dgm:constr type="w" for="ch" forName="ellipse2" refType="w" fact="0.4929"/>
          <dgm:constr type="h" for="ch" forName="ellipse2" refType="h" fact="0.5999"/>
          <dgm:constr type="l" for="ch" forName="ellipse3" refType="w" fact="0.5071"/>
          <dgm:constr type="t" for="ch" forName="ellipse3" refType="h" fact="0"/>
          <dgm:constr type="w" for="ch" forName="ellipse3" refType="w" fact="0.4929"/>
          <dgm:constr type="h" for="ch" forName="ellipse3" refType="h" fact="0.5999"/>
        </dgm:constrLst>
      </dgm:if>
      <dgm:if name="Name6" axis="ch" ptType="node" func="cnt" op="equ" val="4">
        <dgm:alg type="composite">
          <dgm:param type="ar" val="1.5255"/>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3932"/>
          <dgm:constr type="h" for="ch" forName="ellipse1" refType="h" fact="0.5999"/>
          <dgm:constr type="l" for="ch" forName="ellipse2" refType="w" fact="0.2023"/>
          <dgm:constr type="t" for="ch" forName="ellipse2" refType="h" fact="0.4001"/>
          <dgm:constr type="w" for="ch" forName="ellipse2" refType="w" fact="0.3932"/>
          <dgm:constr type="h" for="ch" forName="ellipse2" refType="h" fact="0.5999"/>
          <dgm:constr type="l" for="ch" forName="ellipse3" refType="w" fact="0.4045"/>
          <dgm:constr type="t" for="ch" forName="ellipse3" refType="h" fact="0"/>
          <dgm:constr type="w" for="ch" forName="ellipse3" refType="w" fact="0.3932"/>
          <dgm:constr type="h" for="ch" forName="ellipse3" refType="h" fact="0.5999"/>
          <dgm:constr type="l" for="ch" forName="ellipse4" refType="w" fact="0.6068"/>
          <dgm:constr type="t" for="ch" forName="ellipse4" refType="h" fact="0.4001"/>
          <dgm:constr type="w" for="ch" forName="ellipse4" refType="w" fact="0.3932"/>
          <dgm:constr type="h" for="ch" forName="ellipse4" refType="h" fact="0.5999"/>
        </dgm:constrLst>
      </dgm:if>
      <dgm:if name="Name7" axis="ch" ptType="node" func="cnt" op="equ" val="5">
        <dgm:alg type="composite">
          <dgm:param type="ar" val="1.834"/>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3271"/>
          <dgm:constr type="h" for="ch" forName="ellipse1" refType="h" fact="0.5999"/>
          <dgm:constr type="l" for="ch" forName="ellipse2" refType="w" fact="0.1682"/>
          <dgm:constr type="t" for="ch" forName="ellipse2" refType="h" fact="0.4001"/>
          <dgm:constr type="w" for="ch" forName="ellipse2" refType="w" fact="0.3271"/>
          <dgm:constr type="h" for="ch" forName="ellipse2" refType="h" fact="0.5999"/>
          <dgm:constr type="l" for="ch" forName="ellipse3" refType="w" fact="0.3365"/>
          <dgm:constr type="t" for="ch" forName="ellipse3" refType="h" fact="0"/>
          <dgm:constr type="w" for="ch" forName="ellipse3" refType="w" fact="0.3271"/>
          <dgm:constr type="h" for="ch" forName="ellipse3" refType="h" fact="0.5999"/>
          <dgm:constr type="l" for="ch" forName="ellipse4" refType="w" fact="0.5047"/>
          <dgm:constr type="t" for="ch" forName="ellipse4" refType="h" fact="0.4001"/>
          <dgm:constr type="w" for="ch" forName="ellipse4" refType="w" fact="0.3271"/>
          <dgm:constr type="h" for="ch" forName="ellipse4" refType="h" fact="0.5999"/>
          <dgm:constr type="l" for="ch" forName="ellipse5" refType="w" fact="0.6729"/>
          <dgm:constr type="t" for="ch" forName="ellipse5" refType="h" fact="0"/>
          <dgm:constr type="w" for="ch" forName="ellipse5" refType="w" fact="0.3271"/>
          <dgm:constr type="h" for="ch" forName="ellipse5" refType="h" fact="0.5999"/>
        </dgm:constrLst>
      </dgm:if>
      <dgm:if name="Name8" axis="ch" ptType="node" func="cnt" op="equ" val="6">
        <dgm:alg type="composite">
          <dgm:param type="ar" val="2.1873"/>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278"/>
          <dgm:constr type="h" for="ch" forName="ellipse1" refType="h" fact="0.6081"/>
          <dgm:constr type="l" for="ch" forName="ellipse2" refType="w" fact="0.1444"/>
          <dgm:constr type="t" for="ch" forName="ellipse2" refType="h" fact="0.3919"/>
          <dgm:constr type="w" for="ch" forName="ellipse2" refType="w" fact="0.278"/>
          <dgm:constr type="h" for="ch" forName="ellipse2" refType="h" fact="0.6081"/>
          <dgm:constr type="l" for="ch" forName="ellipse3" refType="w" fact="0.2888"/>
          <dgm:constr type="t" for="ch" forName="ellipse3" refType="h" fact="0"/>
          <dgm:constr type="w" for="ch" forName="ellipse3" refType="w" fact="0.278"/>
          <dgm:constr type="h" for="ch" forName="ellipse3" refType="h" fact="0.6081"/>
          <dgm:constr type="l" for="ch" forName="ellipse4" refType="w" fact="0.4332"/>
          <dgm:constr type="t" for="ch" forName="ellipse4" refType="h" fact="0.3919"/>
          <dgm:constr type="w" for="ch" forName="ellipse4" refType="w" fact="0.278"/>
          <dgm:constr type="h" for="ch" forName="ellipse4" refType="h" fact="0.6081"/>
          <dgm:constr type="l" for="ch" forName="ellipse5" refType="w" fact="0.5776"/>
          <dgm:constr type="t" for="ch" forName="ellipse5" refType="h" fact="0"/>
          <dgm:constr type="w" for="ch" forName="ellipse5" refType="w" fact="0.278"/>
          <dgm:constr type="h" for="ch" forName="ellipse5" refType="h" fact="0.6081"/>
          <dgm:constr type="l" for="ch" forName="ellipse6" refType="w" fact="0.722"/>
          <dgm:constr type="t" for="ch" forName="ellipse6" refType="h" fact="0.3919"/>
          <dgm:constr type="w" for="ch" forName="ellipse6" refType="w" fact="0.278"/>
          <dgm:constr type="h" for="ch" forName="ellipse6" refType="h" fact="0.6081"/>
        </dgm:constrLst>
      </dgm:if>
      <dgm:else name="Name9">
        <dgm:alg type="composite">
          <dgm:param type="ar" val="2.3466"/>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2455"/>
          <dgm:constr type="h" for="ch" forName="ellipse1" refType="h" fact="0.5761"/>
          <dgm:constr type="l" for="ch" forName="ellipse2" refType="w" fact="0.1257"/>
          <dgm:constr type="t" for="ch" forName="ellipse2" refType="h" fact="0.4239"/>
          <dgm:constr type="w" for="ch" forName="ellipse2" refType="w" fact="0.2455"/>
          <dgm:constr type="h" for="ch" forName="ellipse2" refType="h" fact="0.5761"/>
          <dgm:constr type="l" for="ch" forName="ellipse3" refType="w" fact="0.2515"/>
          <dgm:constr type="t" for="ch" forName="ellipse3" refType="h" fact="0"/>
          <dgm:constr type="w" for="ch" forName="ellipse3" refType="w" fact="0.2455"/>
          <dgm:constr type="h" for="ch" forName="ellipse3" refType="h" fact="0.5761"/>
          <dgm:constr type="l" for="ch" forName="ellipse4" refType="w" fact="0.3772"/>
          <dgm:constr type="t" for="ch" forName="ellipse4" refType="h" fact="0.4239"/>
          <dgm:constr type="w" for="ch" forName="ellipse4" refType="w" fact="0.2455"/>
          <dgm:constr type="h" for="ch" forName="ellipse4" refType="h" fact="0.5761"/>
          <dgm:constr type="l" for="ch" forName="ellipse5" refType="w" fact="0.503"/>
          <dgm:constr type="t" for="ch" forName="ellipse5" refType="h" fact="0"/>
          <dgm:constr type="w" for="ch" forName="ellipse5" refType="w" fact="0.2455"/>
          <dgm:constr type="h" for="ch" forName="ellipse5" refType="h" fact="0.5761"/>
          <dgm:constr type="l" for="ch" forName="ellipse6" refType="w" fact="0.6287"/>
          <dgm:constr type="t" for="ch" forName="ellipse6" refType="h" fact="0.4239"/>
          <dgm:constr type="w" for="ch" forName="ellipse6" refType="w" fact="0.2455"/>
          <dgm:constr type="h" for="ch" forName="ellipse6" refType="h" fact="0.5761"/>
          <dgm:constr type="l" for="ch" forName="ellipse7" refType="w" fact="0.7545"/>
          <dgm:constr type="t" for="ch" forName="ellipse7" refType="h" fact="0"/>
          <dgm:constr type="w" for="ch" forName="ellipse7" refType="w" fact="0.2455"/>
          <dgm:constr type="h" for="ch" forName="ellipse7" refType="h" fact="0.5761"/>
        </dgm:constrLst>
      </dgm:else>
    </dgm:choose>
    <dgm:choose name="Name10">
      <dgm:if name="Name11" axis="ch" ptType="node" func="cnt" op="gte" val="1">
        <dgm:layoutNode name="ellipse1" styleLbl="vennNode1">
          <dgm:varLst>
            <dgm:bulletEnabled val="1"/>
          </dgm:varLst>
          <dgm:alg type="tx"/>
          <dgm:shape xmlns:r="http://schemas.openxmlformats.org/officeDocument/2006/relationships" type="ellipse" r:blip="">
            <dgm:adjLst/>
          </dgm:shape>
          <dgm:choose name="Name12">
            <dgm:if name="Name13" func="var" arg="dir" op="equ" val="norm">
              <dgm:presOf axis="ch desOrSelf" ptType="node node" st="1 1" cnt="1 0"/>
            </dgm:if>
            <dgm:else name="Name14">
              <dgm:choose name="Name15">
                <dgm:if name="Name16" axis="ch" ptType="node" func="cnt" op="equ" val="1">
                  <dgm:presOf axis="ch desOrSelf" ptType="node node" st="1 1" cnt="1 0"/>
                </dgm:if>
                <dgm:if name="Name17" axis="ch" ptType="node" func="cnt" op="equ" val="2">
                  <dgm:presOf axis="ch desOrSelf" ptType="node node" st="2 1" cnt="1 0"/>
                </dgm:if>
                <dgm:if name="Name18" axis="ch" ptType="node" func="cnt" op="equ" val="3">
                  <dgm:presOf axis="ch desOrSelf" ptType="node node" st="3 1" cnt="1 0"/>
                </dgm:if>
                <dgm:if name="Name19" axis="ch" ptType="node" func="cnt" op="equ" val="4">
                  <dgm:presOf axis="ch desOrSelf" ptType="node node" st="4 1" cnt="1 0"/>
                </dgm:if>
                <dgm:if name="Name20" axis="ch" ptType="node" func="cnt" op="equ" val="5">
                  <dgm:presOf axis="ch desOrSelf" ptType="node node" st="5 1" cnt="1 0"/>
                </dgm:if>
                <dgm:if name="Name21" axis="ch" ptType="node" func="cnt" op="equ" val="6">
                  <dgm:presOf axis="ch desOrSelf" ptType="node node" st="6 1" cnt="1 0"/>
                </dgm:if>
                <dgm:if name="Name22" axis="ch" ptType="node" func="cnt" op="gte" val="7">
                  <dgm:presOf axis="ch desOrSelf" ptType="node node" st="7 1" cnt="1 0"/>
                </dgm:if>
                <dgm:else name="Name23"/>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4"/>
    </dgm:choose>
    <dgm:choose name="Name25">
      <dgm:if name="Name26" axis="ch" ptType="node" func="cnt" op="gte" val="2">
        <dgm:layoutNode name="ellipse2" styleLbl="vennNode1">
          <dgm:varLst>
            <dgm:bulletEnabled val="1"/>
          </dgm:varLst>
          <dgm:alg type="tx"/>
          <dgm:choose name="Name27">
            <dgm:if name="Name28" func="var" arg="dir" op="equ" val="norm">
              <dgm:shape xmlns:r="http://schemas.openxmlformats.org/officeDocument/2006/relationships" type="ellipse" r:blip="">
                <dgm:adjLst/>
              </dgm:shape>
              <dgm:presOf axis="ch desOrSelf" ptType="node node" st="2 1" cnt="1 0"/>
            </dgm:if>
            <dgm:else name="Name29">
              <dgm:shape xmlns:r="http://schemas.openxmlformats.org/officeDocument/2006/relationships" type="ellipse" r:blip="" zOrderOff="-2">
                <dgm:adjLst/>
              </dgm:shape>
              <dgm:choose name="Name30">
                <dgm:if name="Name31" axis="ch" ptType="node" func="cnt" op="equ" val="2">
                  <dgm:presOf axis="ch desOrSelf" ptType="node node" st="1 1" cnt="1 0"/>
                </dgm:if>
                <dgm:if name="Name32" axis="ch" ptType="node" func="cnt" op="equ" val="3">
                  <dgm:presOf axis="ch desOrSelf" ptType="node node" st="2 1" cnt="1 0"/>
                </dgm:if>
                <dgm:if name="Name33" axis="ch" ptType="node" func="cnt" op="equ" val="4">
                  <dgm:presOf axis="ch desOrSelf" ptType="node node" st="3 1" cnt="1 0"/>
                </dgm:if>
                <dgm:if name="Name34" axis="ch" ptType="node" func="cnt" op="equ" val="5">
                  <dgm:presOf axis="ch desOrSelf" ptType="node node" st="4 1" cnt="1 0"/>
                </dgm:if>
                <dgm:if name="Name35" axis="ch" ptType="node" func="cnt" op="equ" val="6">
                  <dgm:presOf axis="ch desOrSelf" ptType="node node" st="5 1" cnt="1 0"/>
                </dgm:if>
                <dgm:if name="Name36" axis="ch" ptType="node" func="cnt" op="gte" val="7">
                  <dgm:presOf axis="ch desOrSelf" ptType="node node" st="6 1" cnt="1 0"/>
                </dgm:if>
                <dgm:else name="Name37"/>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8"/>
    </dgm:choose>
    <dgm:choose name="Name39">
      <dgm:if name="Name40" axis="ch" ptType="node" func="cnt" op="gte" val="3">
        <dgm:layoutNode name="ellipse3" styleLbl="vennNode1">
          <dgm:varLst>
            <dgm:bulletEnabled val="1"/>
          </dgm:varLst>
          <dgm:alg type="tx"/>
          <dgm:shape xmlns:r="http://schemas.openxmlformats.org/officeDocument/2006/relationships" type="ellipse" r:blip="">
            <dgm:adjLst/>
          </dgm:shape>
          <dgm:choose name="Name41">
            <dgm:if name="Name42" func="var" arg="dir" op="equ" val="norm">
              <dgm:shape xmlns:r="http://schemas.openxmlformats.org/officeDocument/2006/relationships" type="ellipse" r:blip="">
                <dgm:adjLst/>
              </dgm:shape>
              <dgm:presOf axis="ch desOrSelf" ptType="node node" st="3 1" cnt="1 0"/>
            </dgm:if>
            <dgm:else name="Name43">
              <dgm:shape xmlns:r="http://schemas.openxmlformats.org/officeDocument/2006/relationships" type="ellipse" r:blip="" zOrderOff="-4">
                <dgm:adjLst/>
              </dgm:shape>
              <dgm:choose name="Name44">
                <dgm:if name="Name45" axis="ch" ptType="node" func="cnt" op="equ" val="3">
                  <dgm:presOf axis="ch desOrSelf" ptType="node node" st="1 1" cnt="1 0"/>
                </dgm:if>
                <dgm:if name="Name46" axis="ch" ptType="node" func="cnt" op="equ" val="4">
                  <dgm:presOf axis="ch desOrSelf" ptType="node node" st="2 1" cnt="1 0"/>
                </dgm:if>
                <dgm:if name="Name47" axis="ch" ptType="node" func="cnt" op="equ" val="5">
                  <dgm:presOf axis="ch desOrSelf" ptType="node node" st="3 1" cnt="1 0"/>
                </dgm:if>
                <dgm:if name="Name48" axis="ch" ptType="node" func="cnt" op="equ" val="6">
                  <dgm:presOf axis="ch desOrSelf" ptType="node node" st="4 1" cnt="1 0"/>
                </dgm:if>
                <dgm:if name="Name49" axis="ch" ptType="node" func="cnt" op="gte" val="7">
                  <dgm:presOf axis="ch desOrSelf" ptType="node node" st="5 1" cnt="1 0"/>
                </dgm:if>
                <dgm:else name="Name50"/>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1"/>
    </dgm:choose>
    <dgm:choose name="Name52">
      <dgm:if name="Name53" axis="ch" ptType="node" func="cnt" op="gte" val="4">
        <dgm:layoutNode name="ellipse4" styleLbl="vennNode1">
          <dgm:varLst>
            <dgm:bulletEnabled val="1"/>
          </dgm:varLst>
          <dgm:alg type="tx"/>
          <dgm:choose name="Name54">
            <dgm:if name="Name55" func="var" arg="dir" op="equ" val="norm">
              <dgm:shape xmlns:r="http://schemas.openxmlformats.org/officeDocument/2006/relationships" type="ellipse" r:blip="">
                <dgm:adjLst/>
              </dgm:shape>
              <dgm:presOf axis="ch desOrSelf" ptType="node node" st="4 1" cnt="1 0"/>
            </dgm:if>
            <dgm:else name="Name56">
              <dgm:shape xmlns:r="http://schemas.openxmlformats.org/officeDocument/2006/relationships" type="ellipse" r:blip="" zOrderOff="-6">
                <dgm:adjLst/>
              </dgm:shape>
              <dgm:choose name="Name57">
                <dgm:if name="Name58" axis="ch" ptType="node" func="cnt" op="equ" val="4">
                  <dgm:presOf axis="ch desOrSelf" ptType="node node" st="1 1" cnt="1 0"/>
                </dgm:if>
                <dgm:if name="Name59" axis="ch" ptType="node" func="cnt" op="equ" val="5">
                  <dgm:presOf axis="ch desOrSelf" ptType="node node" st="2 1" cnt="1 0"/>
                </dgm:if>
                <dgm:if name="Name60" axis="ch" ptType="node" func="cnt" op="equ" val="6">
                  <dgm:presOf axis="ch desOrSelf" ptType="node node" st="3 1" cnt="1 0"/>
                </dgm:if>
                <dgm:if name="Name61" axis="ch" ptType="node" func="cnt" op="gte" val="7">
                  <dgm:presOf axis="ch desOrSelf" ptType="node node" st="4 1" cnt="1 0"/>
                </dgm:if>
                <dgm:else name="Name62"/>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3"/>
    </dgm:choose>
    <dgm:choose name="Name64">
      <dgm:if name="Name65" axis="ch" ptType="node" func="cnt" op="gte" val="5">
        <dgm:layoutNode name="ellipse5" styleLbl="vennNode1">
          <dgm:varLst>
            <dgm:bulletEnabled val="1"/>
          </dgm:varLst>
          <dgm:alg type="tx"/>
          <dgm:choose name="Name66">
            <dgm:if name="Name67" func="var" arg="dir" op="equ" val="norm">
              <dgm:shape xmlns:r="http://schemas.openxmlformats.org/officeDocument/2006/relationships" type="ellipse" r:blip="">
                <dgm:adjLst/>
              </dgm:shape>
              <dgm:presOf axis="ch desOrSelf" ptType="node node" st="5 1" cnt="1 0"/>
            </dgm:if>
            <dgm:else name="Name68">
              <dgm:shape xmlns:r="http://schemas.openxmlformats.org/officeDocument/2006/relationships" type="ellipse" r:blip="" zOrderOff="-8">
                <dgm:adjLst/>
              </dgm:shape>
              <dgm:choose name="Name69">
                <dgm:if name="Name70" axis="ch" ptType="node" func="cnt" op="equ" val="5">
                  <dgm:presOf axis="ch desOrSelf" ptType="node node" st="1 1" cnt="1 0"/>
                </dgm:if>
                <dgm:if name="Name71" axis="ch" ptType="node" func="cnt" op="equ" val="6">
                  <dgm:presOf axis="ch desOrSelf" ptType="node node" st="2 1" cnt="1 0"/>
                </dgm:if>
                <dgm:if name="Name72" axis="ch" ptType="node" func="cnt" op="gte" val="7">
                  <dgm:presOf axis="ch desOrSelf" ptType="node node" st="3 1" cnt="1 0"/>
                </dgm:if>
                <dgm:else name="Name73"/>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4"/>
    </dgm:choose>
    <dgm:choose name="Name75">
      <dgm:if name="Name76" axis="ch" ptType="node" func="cnt" op="gte" val="6">
        <dgm:layoutNode name="ellipse6" styleLbl="vennNode1">
          <dgm:varLst>
            <dgm:bulletEnabled val="1"/>
          </dgm:varLst>
          <dgm:alg type="tx"/>
          <dgm:choose name="Name77">
            <dgm:if name="Name78" func="var" arg="dir" op="equ" val="norm">
              <dgm:shape xmlns:r="http://schemas.openxmlformats.org/officeDocument/2006/relationships" type="ellipse" r:blip="">
                <dgm:adjLst/>
              </dgm:shape>
              <dgm:presOf axis="ch desOrSelf" ptType="node node" st="6 1" cnt="1 0"/>
            </dgm:if>
            <dgm:else name="Name79">
              <dgm:shape xmlns:r="http://schemas.openxmlformats.org/officeDocument/2006/relationships" type="ellipse" r:blip="" zOrderOff="-10">
                <dgm:adjLst/>
              </dgm:shape>
              <dgm:choose name="Name80">
                <dgm:if name="Name81" axis="ch" ptType="node" func="cnt" op="equ" val="6">
                  <dgm:presOf axis="ch desOrSelf" ptType="node node" st="1 1" cnt="1 0"/>
                </dgm:if>
                <dgm:if name="Name82" axis="ch" ptType="node" func="cnt" op="gte" val="7">
                  <dgm:presOf axis="ch desOrSelf" ptType="node node" st="2 1" cnt="1 0"/>
                </dgm:if>
                <dgm:else name="Name83"/>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choose name="Name85">
      <dgm:if name="Name86" axis="ch" ptType="node" func="cnt" op="gte" val="7">
        <dgm:layoutNode name="ellipse7" styleLbl="vennNode1">
          <dgm:varLst>
            <dgm:bulletEnabled val="1"/>
          </dgm:varLst>
          <dgm:alg type="tx"/>
          <dgm:choose name="Name87">
            <dgm:if name="Name88" func="var" arg="dir" op="equ" val="norm">
              <dgm:shape xmlns:r="http://schemas.openxmlformats.org/officeDocument/2006/relationships" type="ellipse" r:blip="">
                <dgm:adjLst/>
              </dgm:shape>
              <dgm:presOf axis="ch desOrSelf" ptType="node node" st="7 1" cnt="1 0"/>
            </dgm:if>
            <dgm:else name="Name89">
              <dgm:shape xmlns:r="http://schemas.openxmlformats.org/officeDocument/2006/relationships" type="ellipse" r:blip="" zOrderOff="-12">
                <dgm:adjLst/>
              </dgm:shape>
              <dgm:presOf axis="ch desOrSelf" ptType="node node" st="1 1" cnt="1 0"/>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E29360-F96B-430B-BC6D-21D78918F6BA}"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CE57533-2636-4ACA-A2C1-27EC73FEC94E}"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CE57533-2636-4ACA-A2C1-27EC73FEC94E}" type="slidenum">
              <a:rPr lang="en-US" smtClean="0"/>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CE57533-2636-4ACA-A2C1-27EC73FEC94E}" type="slidenum">
              <a:rPr lang="en-US" smtClean="0"/>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BF18EDFD-DA2A-4597-902F-D24D486DF05F}"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245600" y="6356350"/>
            <a:ext cx="2743200" cy="365125"/>
          </a:xfrm>
        </p:spPr>
        <p:txBody>
          <a:bodyPr/>
          <a:lstStyle>
            <a:lvl1pPr>
              <a:defRPr sz="2000"/>
            </a:lvl1pPr>
          </a:lstStyle>
          <a:p>
            <a:fld id="{2FE06659-896C-489D-B3F6-1DE1F7F002FB}" type="slidenum">
              <a:rPr lang="en-US" smtClean="0"/>
            </a:fld>
            <a:endParaRPr lang="en-US"/>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BF18EDFD-DA2A-4597-902F-D24D486DF05F}"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FE06659-896C-489D-B3F6-1DE1F7F002FB}" type="slidenum">
              <a:rPr lang="en-US" smtClean="0"/>
            </a:fld>
            <a:endParaRPr lang="en-US"/>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BF18EDFD-DA2A-4597-902F-D24D486DF05F}"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FE06659-896C-489D-B3F6-1DE1F7F002FB}" type="slidenum">
              <a:rPr lang="en-US" smtClean="0"/>
            </a:fld>
            <a:endParaRPr 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BF18EDFD-DA2A-4597-902F-D24D486DF05F}"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FE06659-896C-489D-B3F6-1DE1F7F002FB}" type="slidenum">
              <a:rPr lang="en-US" smtClean="0"/>
            </a:fld>
            <a:endParaRPr 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BF18EDFD-DA2A-4597-902F-D24D486DF05F}"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FE06659-896C-489D-B3F6-1DE1F7F002FB}" type="slidenum">
              <a:rPr lang="en-US" smtClean="0"/>
            </a:fld>
            <a:endParaRPr 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BF18EDFD-DA2A-4597-902F-D24D486DF05F}"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FE06659-896C-489D-B3F6-1DE1F7F002FB}" type="slidenum">
              <a:rPr lang="en-US" smtClean="0"/>
            </a:fld>
            <a:endParaRPr 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F18EDFD-DA2A-4597-902F-D24D486DF05F}"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FE06659-896C-489D-B3F6-1DE1F7F002FB}" type="slidenum">
              <a:rPr lang="en-US" smtClean="0"/>
            </a:fld>
            <a:endParaRPr 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BF18EDFD-DA2A-4597-902F-D24D486DF05F}"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FE06659-896C-489D-B3F6-1DE1F7F002FB}" type="slidenum">
              <a:rPr lang="en-US" smtClean="0"/>
            </a:fld>
            <a:endParaRPr 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BF18EDFD-DA2A-4597-902F-D24D486DF05F}"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FE06659-896C-489D-B3F6-1DE1F7F002FB}" type="slidenum">
              <a:rPr lang="en-US" smtClean="0"/>
            </a:fld>
            <a:endParaRPr 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BF18EDFD-DA2A-4597-902F-D24D486DF05F}"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FE06659-896C-489D-B3F6-1DE1F7F002FB}" type="slidenum">
              <a:rPr lang="en-US" smtClean="0"/>
            </a:fld>
            <a:endParaRPr 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BF18EDFD-DA2A-4597-902F-D24D486DF05F}"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FE06659-896C-489D-B3F6-1DE1F7F002FB}" type="slidenum">
              <a:rPr lang="en-US" smtClean="0"/>
            </a:fld>
            <a:endParaRPr lang="en-US"/>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F18EDFD-DA2A-4597-902F-D24D486DF05F}"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9137015" y="6356350"/>
            <a:ext cx="2743200" cy="365125"/>
          </a:xfrm>
          <a:prstGeom prst="rect">
            <a:avLst/>
          </a:prstGeom>
        </p:spPr>
        <p:txBody>
          <a:bodyPr vert="horz" lIns="91440" tIns="45720" rIns="91440" bIns="45720" rtlCol="0" anchor="ctr"/>
          <a:lstStyle>
            <a:lvl1pPr algn="r">
              <a:defRPr sz="2000">
                <a:solidFill>
                  <a:schemeClr val="tx1"/>
                </a:solidFill>
              </a:defRPr>
            </a:lvl1pPr>
          </a:lstStyle>
          <a:p>
            <a:fld id="{2FE06659-896C-489D-B3F6-1DE1F7F002F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image4.wdp"/><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image" Target="../media/image1.jpeg"/></Relationships>
</file>

<file path=ppt/slides/_rels/slide4.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microsoft.com/office/2007/relationships/diagramDrawing" Target="../diagrams/drawing2.xml"/><Relationship Id="rId7" Type="http://schemas.openxmlformats.org/officeDocument/2006/relationships/diagramColors" Target="../diagrams/colors2.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 Id="rId3" Type="http://schemas.microsoft.com/office/2007/relationships/hdphoto" Target="../media/image8.wdp"/><Relationship Id="rId2" Type="http://schemas.openxmlformats.org/officeDocument/2006/relationships/image" Target="../media/image7.png"/><Relationship Id="rId1" Type="http://schemas.openxmlformats.org/officeDocument/2006/relationships/image" Target="../media/image1.jpeg"/></Relationships>
</file>

<file path=ppt/slides/_rels/slide5.xml.rels><?xml version="1.0" encoding="UTF-8" standalone="yes"?>
<Relationships xmlns="http://schemas.openxmlformats.org/package/2006/relationships"><Relationship Id="rId9" Type="http://schemas.openxmlformats.org/officeDocument/2006/relationships/image" Target="../media/image16.png"/><Relationship Id="rId8" Type="http://schemas.openxmlformats.org/officeDocument/2006/relationships/image" Target="../media/image15.png"/><Relationship Id="rId7" Type="http://schemas.openxmlformats.org/officeDocument/2006/relationships/image" Target="../media/image14.png"/><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 Id="rId3" Type="http://schemas.openxmlformats.org/officeDocument/2006/relationships/image" Target="../media/image10.jpeg"/><Relationship Id="rId2" Type="http://schemas.openxmlformats.org/officeDocument/2006/relationships/image" Target="../media/image9.jpeg"/><Relationship Id="rId11" Type="http://schemas.openxmlformats.org/officeDocument/2006/relationships/notesSlide" Target="../notesSlides/notesSlide1.xml"/><Relationship Id="rId10" Type="http://schemas.openxmlformats.org/officeDocument/2006/relationships/slideLayout" Target="../slideLayouts/slideLayout2.xml"/><Relationship Id="rId1" Type="http://schemas.openxmlformats.org/officeDocument/2006/relationships/image" Target="../media/image1.jpeg"/></Relationships>
</file>

<file path=ppt/slides/_rels/slide6.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image" Target="../media/image1.jpeg"/></Relationships>
</file>

<file path=ppt/slides/_rels/slide7.xml.rels><?xml version="1.0" encoding="UTF-8" standalone="yes"?>
<Relationships xmlns="http://schemas.openxmlformats.org/package/2006/relationships"><Relationship Id="rId8" Type="http://schemas.openxmlformats.org/officeDocument/2006/relationships/notesSlide" Target="../notesSlides/notesSlide2.xml"/><Relationship Id="rId7"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image" Target="../media/image1.jpeg"/></Relationships>
</file>

<file path=ppt/slides/_rels/slide8.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image" Target="../media/image1.jpe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image" Target="../media/image1.jpeg"/></Relationships>
</file>

<file path=ppt/slides/_rels/slide10.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microsoft.com/office/2007/relationships/hdphoto" Target="../media/image19.wdp"/><Relationship Id="rId2" Type="http://schemas.openxmlformats.org/officeDocument/2006/relationships/image" Target="../media/image18.png"/><Relationship Id="rId1" Type="http://schemas.openxmlformats.org/officeDocument/2006/relationships/image" Target="../media/image1.jpeg"/></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microsoft.com/office/2007/relationships/hdphoto" Target="../media/image21.wdp"/><Relationship Id="rId2" Type="http://schemas.openxmlformats.org/officeDocument/2006/relationships/image" Target="../media/image20.png"/><Relationship Id="rId1" Type="http://schemas.openxmlformats.org/officeDocument/2006/relationships/image" Target="../media/image1.jpe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jpeg"/></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2.png"/><Relationship Id="rId1"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p:cNvPicPr>
            <a:picLocks noChangeAspect="1"/>
          </p:cNvPicPr>
          <p:nvPr/>
        </p:nvPicPr>
        <p:blipFill rotWithShape="1">
          <a:blip r:embed="rId1">
            <a:extLst>
              <a:ext uri="{28A0092B-C50C-407E-A947-70E740481C1C}">
                <a14:useLocalDpi xmlns:a14="http://schemas.microsoft.com/office/drawing/2010/main" val="0"/>
              </a:ext>
            </a:extLst>
          </a:blip>
          <a:srcRect l="8705" t="12038" r="7230" b="11506"/>
          <a:stretch>
            <a:fillRect/>
          </a:stretch>
        </p:blipFill>
        <p:spPr>
          <a:xfrm flipH="1">
            <a:off x="0" y="0"/>
            <a:ext cx="12191999" cy="6858000"/>
          </a:xfrm>
          <a:prstGeom prst="rect">
            <a:avLst/>
          </a:prstGeom>
        </p:spPr>
      </p:pic>
      <p:pic>
        <p:nvPicPr>
          <p:cNvPr id="14" name="Picture 1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639" y="-90373"/>
            <a:ext cx="7420475" cy="1515994"/>
          </a:xfrm>
          <a:prstGeom prst="rect">
            <a:avLst/>
          </a:prstGeom>
        </p:spPr>
      </p:pic>
      <p:pic>
        <p:nvPicPr>
          <p:cNvPr id="6" name="Picture 5" descr="A group of people holding a magnifying glass&#10;&#10;Description automatically generated"/>
          <p:cNvPicPr>
            <a:picLocks noChangeAspect="1"/>
          </p:cNvPicPr>
          <p:nvPr/>
        </p:nvPicPr>
        <p:blipFill>
          <a:blip r:embed="rId3" cstate="print">
            <a:extLst>
              <a:ext uri="{BEBA8EAE-BF5A-486C-A8C5-ECC9F3942E4B}">
                <a14:imgProps xmlns:a14="http://schemas.microsoft.com/office/drawing/2010/main">
                  <a14:imgLayer r:embed="rId4">
                    <a14:imgEffect>
                      <a14:backgroundRemoval t="10000" b="90000" l="10000" r="90000"/>
                    </a14:imgEffect>
                  </a14:imgLayer>
                </a14:imgProps>
              </a:ext>
              <a:ext uri="{28A0092B-C50C-407E-A947-70E740481C1C}">
                <a14:useLocalDpi xmlns:a14="http://schemas.microsoft.com/office/drawing/2010/main" val="0"/>
              </a:ext>
            </a:extLst>
          </a:blip>
          <a:srcRect l="28396" r="24484"/>
          <a:stretch>
            <a:fillRect/>
          </a:stretch>
        </p:blipFill>
        <p:spPr>
          <a:xfrm>
            <a:off x="162248" y="5766206"/>
            <a:ext cx="1014984" cy="1182168"/>
          </a:xfrm>
          <a:prstGeom prst="rect">
            <a:avLst/>
          </a:prstGeom>
        </p:spPr>
      </p:pic>
      <p:sp>
        <p:nvSpPr>
          <p:cNvPr id="2" name="Title 1"/>
          <p:cNvSpPr>
            <a:spLocks noGrp="1"/>
          </p:cNvSpPr>
          <p:nvPr>
            <p:ph type="ctrTitle"/>
          </p:nvPr>
        </p:nvSpPr>
        <p:spPr>
          <a:xfrm>
            <a:off x="428444" y="3069618"/>
            <a:ext cx="11335109" cy="661335"/>
          </a:xfrm>
        </p:spPr>
        <p:txBody>
          <a:bodyPr>
            <a:normAutofit/>
          </a:bodyPr>
          <a:lstStyle/>
          <a:p>
            <a:r>
              <a:rPr lang="vi-VN" sz="3600">
                <a:latin typeface="Arial" panose="020B0604020202020204" pitchFamily="34" charset="0"/>
                <a:cs typeface="Arial" panose="020B0604020202020204" pitchFamily="34" charset="0"/>
              </a:rPr>
              <a:t>XÂY DỰNG WEBSITE TÌM VIỆC LÀM</a:t>
            </a:r>
            <a:endParaRPr lang="en-US" sz="3600" dirty="0">
              <a:latin typeface="Arial" panose="020B0604020202020204" pitchFamily="34" charset="0"/>
              <a:cs typeface="Arial" panose="020B0604020202020204" pitchFamily="34" charset="0"/>
            </a:endParaRPr>
          </a:p>
        </p:txBody>
      </p:sp>
      <p:sp>
        <p:nvSpPr>
          <p:cNvPr id="4" name="TextBox 3"/>
          <p:cNvSpPr txBox="1"/>
          <p:nvPr/>
        </p:nvSpPr>
        <p:spPr>
          <a:xfrm>
            <a:off x="7342837" y="4679148"/>
            <a:ext cx="2835071" cy="1200329"/>
          </a:xfrm>
          <a:prstGeom prst="rect">
            <a:avLst/>
          </a:prstGeom>
          <a:noFill/>
        </p:spPr>
        <p:txBody>
          <a:bodyPr wrap="none" rtlCol="0">
            <a:spAutoFit/>
          </a:bodyPr>
          <a:lstStyle/>
          <a:p>
            <a:r>
              <a:rPr lang="vi-VN" dirty="0"/>
              <a:t>Sinh viên thực hiện: </a:t>
            </a:r>
            <a:endParaRPr lang="vi-VN" dirty="0"/>
          </a:p>
          <a:p>
            <a:r>
              <a:rPr lang="vi-VN" dirty="0"/>
              <a:t>Họ và tên: Phạm Duy Tân</a:t>
            </a:r>
            <a:endParaRPr lang="vi-VN" dirty="0"/>
          </a:p>
          <a:p>
            <a:r>
              <a:rPr lang="vi-VN" dirty="0"/>
              <a:t>Mã lớp: DA22TTD</a:t>
            </a:r>
            <a:endParaRPr lang="vi-VN" dirty="0"/>
          </a:p>
          <a:p>
            <a:r>
              <a:rPr lang="vi-VN" dirty="0"/>
              <a:t>MSSV: 110122243</a:t>
            </a:r>
            <a:endParaRPr lang="en-US" dirty="0"/>
          </a:p>
        </p:txBody>
      </p:sp>
      <p:sp>
        <p:nvSpPr>
          <p:cNvPr id="9" name="TextBox 8"/>
          <p:cNvSpPr txBox="1"/>
          <p:nvPr/>
        </p:nvSpPr>
        <p:spPr>
          <a:xfrm>
            <a:off x="2131757" y="4956146"/>
            <a:ext cx="3196988" cy="646331"/>
          </a:xfrm>
          <a:prstGeom prst="rect">
            <a:avLst/>
          </a:prstGeom>
          <a:noFill/>
        </p:spPr>
        <p:txBody>
          <a:bodyPr wrap="square">
            <a:spAutoFit/>
          </a:bodyPr>
          <a:lstStyle/>
          <a:p>
            <a:r>
              <a:rPr lang="vi-VN" dirty="0">
                <a:latin typeface="Arial" panose="020B0604020202020204" pitchFamily="34" charset="0"/>
                <a:cs typeface="Arial" panose="020B0604020202020204" pitchFamily="34" charset="0"/>
              </a:rPr>
              <a:t>Giáo viên hướng dẫn: </a:t>
            </a:r>
            <a:endParaRPr lang="vi-VN" dirty="0">
              <a:latin typeface="Arial" panose="020B0604020202020204" pitchFamily="34" charset="0"/>
              <a:cs typeface="Arial" panose="020B0604020202020204" pitchFamily="34" charset="0"/>
            </a:endParaRPr>
          </a:p>
          <a:p>
            <a:r>
              <a:rPr lang="en-US">
                <a:latin typeface="Arial" panose="020B0604020202020204" pitchFamily="34" charset="0"/>
                <a:cs typeface="Arial" panose="020B0604020202020204" pitchFamily="34" charset="0"/>
              </a:rPr>
              <a:t>Ts.Đoàn Phước Miền</a:t>
            </a:r>
            <a:endParaRPr lang="en-US" dirty="0">
              <a:latin typeface="Arial" panose="020B0604020202020204" pitchFamily="34" charset="0"/>
              <a:cs typeface="Arial" panose="020B0604020202020204" pitchFamily="34" charset="0"/>
            </a:endParaRPr>
          </a:p>
        </p:txBody>
      </p:sp>
      <p:sp>
        <p:nvSpPr>
          <p:cNvPr id="3" name="TextBox 2"/>
          <p:cNvSpPr txBox="1"/>
          <p:nvPr/>
        </p:nvSpPr>
        <p:spPr>
          <a:xfrm>
            <a:off x="2260244" y="343452"/>
            <a:ext cx="4245906" cy="461665"/>
          </a:xfrm>
          <a:prstGeom prst="rect">
            <a:avLst/>
          </a:prstGeom>
          <a:noFill/>
        </p:spPr>
        <p:txBody>
          <a:bodyPr wrap="none" rtlCol="0">
            <a:spAutoFit/>
          </a:bodyPr>
          <a:lstStyle/>
          <a:p>
            <a:r>
              <a:rPr lang="en-US" sz="2400">
                <a:solidFill>
                  <a:schemeClr val="bg1"/>
                </a:solidFill>
                <a:latin typeface="Arial" panose="020B0604020202020204" pitchFamily="34" charset="0"/>
                <a:cs typeface="Arial" panose="020B0604020202020204" pitchFamily="34" charset="0"/>
              </a:rPr>
              <a:t>Trường</a:t>
            </a:r>
            <a:r>
              <a:rPr lang="vi-VN" sz="2400">
                <a:solidFill>
                  <a:schemeClr val="bg1"/>
                </a:solidFill>
                <a:latin typeface="Arial" panose="020B0604020202020204" pitchFamily="34" charset="0"/>
                <a:cs typeface="Arial" panose="020B0604020202020204" pitchFamily="34" charset="0"/>
              </a:rPr>
              <a:t> </a:t>
            </a:r>
            <a:r>
              <a:rPr lang="vi-VN" sz="2400" dirty="0">
                <a:solidFill>
                  <a:schemeClr val="bg1"/>
                </a:solidFill>
                <a:latin typeface="Arial" panose="020B0604020202020204" pitchFamily="34" charset="0"/>
                <a:cs typeface="Arial" panose="020B0604020202020204" pitchFamily="34" charset="0"/>
              </a:rPr>
              <a:t>Kỹ Thuật Công Nghệ</a:t>
            </a:r>
            <a:endParaRPr lang="en-US" sz="2400" dirty="0">
              <a:solidFill>
                <a:schemeClr val="bg1"/>
              </a:solidFill>
              <a:latin typeface="Arial" panose="020B0604020202020204" pitchFamily="34" charset="0"/>
              <a:cs typeface="Arial" panose="020B0604020202020204" pitchFamily="34" charset="0"/>
            </a:endParaRPr>
          </a:p>
        </p:txBody>
      </p:sp>
      <p:pic>
        <p:nvPicPr>
          <p:cNvPr id="15" name="Picture 14" descr="A black and white square&#10;&#10;Description automatically generated"/>
          <p:cNvPicPr>
            <a:picLocks noChangeAspect="1"/>
          </p:cNvPicPr>
          <p:nvPr/>
        </p:nvPicPr>
        <p:blipFill>
          <a:blip r:embed="rId5" cstate="print">
            <a:extLst>
              <a:ext uri="{28A0092B-C50C-407E-A947-70E740481C1C}">
                <a14:useLocalDpi xmlns:a14="http://schemas.microsoft.com/office/drawing/2010/main" val="0"/>
              </a:ext>
            </a:extLst>
          </a:blip>
          <a:srcRect r="74850"/>
          <a:stretch>
            <a:fillRect/>
          </a:stretch>
        </p:blipFill>
        <p:spPr>
          <a:xfrm>
            <a:off x="-211679" y="94275"/>
            <a:ext cx="2555115" cy="1237841"/>
          </a:xfrm>
          <a:prstGeom prst="rect">
            <a:avLst/>
          </a:prstGeom>
        </p:spPr>
      </p:pic>
      <p:sp>
        <p:nvSpPr>
          <p:cNvPr id="16" name="TextBox 15"/>
          <p:cNvSpPr txBox="1"/>
          <p:nvPr/>
        </p:nvSpPr>
        <p:spPr>
          <a:xfrm>
            <a:off x="7342837" y="501119"/>
            <a:ext cx="4394152" cy="830997"/>
          </a:xfrm>
          <a:prstGeom prst="rect">
            <a:avLst/>
          </a:prstGeom>
          <a:noFill/>
        </p:spPr>
        <p:txBody>
          <a:bodyPr wrap="none" rtlCol="0">
            <a:spAutoFit/>
          </a:bodyPr>
          <a:lstStyle/>
          <a:p>
            <a:r>
              <a:rPr lang="vi-VN" sz="2400" dirty="0">
                <a:latin typeface="Arial" panose="020B0604020202020204" pitchFamily="34" charset="0"/>
                <a:cs typeface="Arial" panose="020B0604020202020204" pitchFamily="34" charset="0"/>
              </a:rPr>
              <a:t>Thực tập </a:t>
            </a:r>
            <a:r>
              <a:rPr lang="vi-VN" sz="2400">
                <a:latin typeface="Arial" panose="020B0604020202020204" pitchFamily="34" charset="0"/>
                <a:cs typeface="Arial" panose="020B0604020202020204" pitchFamily="34" charset="0"/>
              </a:rPr>
              <a:t>đồ án</a:t>
            </a:r>
            <a:r>
              <a:rPr lang="en-US" sz="2400">
                <a:latin typeface="Arial" panose="020B0604020202020204" pitchFamily="34" charset="0"/>
                <a:cs typeface="Arial" panose="020B0604020202020204" pitchFamily="34" charset="0"/>
              </a:rPr>
              <a:t> chuyên ngành</a:t>
            </a:r>
            <a:endParaRPr lang="vi-VN" sz="2400" dirty="0">
              <a:latin typeface="Arial" panose="020B0604020202020204" pitchFamily="34" charset="0"/>
              <a:cs typeface="Arial" panose="020B0604020202020204" pitchFamily="34" charset="0"/>
            </a:endParaRPr>
          </a:p>
          <a:p>
            <a:r>
              <a:rPr lang="vi-VN" sz="2400" dirty="0">
                <a:latin typeface="Arial" panose="020B0604020202020204" pitchFamily="34" charset="0"/>
                <a:cs typeface="Arial" panose="020B0604020202020204" pitchFamily="34" charset="0"/>
              </a:rPr>
              <a:t>Học kì I, năm </a:t>
            </a:r>
            <a:r>
              <a:rPr lang="vi-VN" sz="2400">
                <a:latin typeface="Arial" panose="020B0604020202020204" pitchFamily="34" charset="0"/>
                <a:cs typeface="Arial" panose="020B0604020202020204" pitchFamily="34" charset="0"/>
              </a:rPr>
              <a:t>học 202</a:t>
            </a:r>
            <a:r>
              <a:rPr lang="en-US" sz="2400">
                <a:latin typeface="Arial" panose="020B0604020202020204" pitchFamily="34" charset="0"/>
                <a:cs typeface="Arial" panose="020B0604020202020204" pitchFamily="34" charset="0"/>
              </a:rPr>
              <a:t>5</a:t>
            </a:r>
            <a:r>
              <a:rPr lang="vi-VN" sz="2400">
                <a:latin typeface="Arial" panose="020B0604020202020204" pitchFamily="34" charset="0"/>
                <a:cs typeface="Arial" panose="020B0604020202020204" pitchFamily="34" charset="0"/>
              </a:rPr>
              <a:t>-202</a:t>
            </a:r>
            <a:r>
              <a:rPr lang="en-US" sz="2400">
                <a:latin typeface="Arial" panose="020B0604020202020204" pitchFamily="34" charset="0"/>
                <a:cs typeface="Arial" panose="020B0604020202020204" pitchFamily="34" charset="0"/>
              </a:rPr>
              <a:t>6</a:t>
            </a:r>
            <a:endParaRPr lang="en-US" sz="2400" dirty="0">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41321" y="5961832"/>
            <a:ext cx="1622987" cy="915218"/>
          </a:xfrm>
          <a:prstGeom prst="rect">
            <a:avLst/>
          </a:prstGeom>
        </p:spPr>
      </p:pic>
      <p:sp>
        <p:nvSpPr>
          <p:cNvPr id="5" name="Slide Number Placeholder 4"/>
          <p:cNvSpPr>
            <a:spLocks noGrp="1"/>
          </p:cNvSpPr>
          <p:nvPr>
            <p:ph type="sldNum" sz="quarter" idx="12"/>
          </p:nvPr>
        </p:nvSpPr>
        <p:spPr/>
        <p:txBody>
          <a:bodyPr/>
          <a:p>
            <a:fld id="{2FE06659-896C-489D-B3F6-1DE1F7F002FB}" type="slidenum">
              <a:rPr lang="en-US" smtClean="0"/>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1">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2797292" y="1091775"/>
            <a:ext cx="4145280" cy="729053"/>
          </a:xfrm>
        </p:spPr>
        <p:txBody>
          <a:bodyPr>
            <a:normAutofit/>
          </a:bodyPr>
          <a:lstStyle/>
          <a:p>
            <a:r>
              <a:rPr lang="vi-VN" sz="3600" dirty="0">
                <a:latin typeface="+mn-lt"/>
              </a:rPr>
              <a:t>Nội dung trình bày</a:t>
            </a:r>
            <a:endParaRPr lang="en-US" sz="3600" dirty="0">
              <a:latin typeface="+mn-lt"/>
            </a:endParaRPr>
          </a:p>
        </p:txBody>
      </p:sp>
      <p:sp>
        <p:nvSpPr>
          <p:cNvPr id="3" name="Content Placeholder 2"/>
          <p:cNvSpPr>
            <a:spLocks noGrp="1"/>
          </p:cNvSpPr>
          <p:nvPr>
            <p:ph idx="1"/>
          </p:nvPr>
        </p:nvSpPr>
        <p:spPr>
          <a:xfrm>
            <a:off x="3112433" y="1981482"/>
            <a:ext cx="4983480" cy="4351338"/>
          </a:xfrm>
        </p:spPr>
        <p:txBody>
          <a:bodyPr>
            <a:normAutofit/>
          </a:bodyPr>
          <a:lstStyle/>
          <a:p>
            <a:pPr marL="457200" indent="-457200">
              <a:buFont typeface="+mj-lt"/>
              <a:buAutoNum type="arabicPeriod"/>
            </a:pPr>
            <a:r>
              <a:rPr lang="vi-VN" sz="2000" dirty="0"/>
              <a:t>Giới thiệu lý do chọn đề tài</a:t>
            </a:r>
            <a:endParaRPr lang="vi-VN" sz="2000" dirty="0"/>
          </a:p>
          <a:p>
            <a:pPr marL="457200" indent="-457200">
              <a:buFont typeface="+mj-lt"/>
              <a:buAutoNum type="arabicPeriod"/>
            </a:pPr>
            <a:r>
              <a:rPr lang="vi-VN" sz="2000" dirty="0">
                <a:latin typeface="Arial" panose="020B0604020202020204" pitchFamily="34" charset="0"/>
                <a:cs typeface="Arial" panose="020B0604020202020204" pitchFamily="34" charset="0"/>
              </a:rPr>
              <a:t>Mục </a:t>
            </a:r>
            <a:r>
              <a:rPr lang="en-US" sz="2000" dirty="0" err="1">
                <a:latin typeface="Arial" panose="020B0604020202020204" pitchFamily="34" charset="0"/>
                <a:cs typeface="Arial" panose="020B0604020202020204" pitchFamily="34" charset="0"/>
              </a:rPr>
              <a:t>đích</a:t>
            </a:r>
            <a:r>
              <a:rPr lang="vi-VN" sz="2000" dirty="0"/>
              <a:t> nghiên cứu</a:t>
            </a:r>
            <a:endParaRPr lang="vi-VN" sz="2000" dirty="0"/>
          </a:p>
          <a:p>
            <a:pPr marL="457200" indent="-457200">
              <a:buFont typeface="+mj-lt"/>
              <a:buAutoNum type="arabicPeriod"/>
            </a:pPr>
            <a:r>
              <a:rPr lang="vi-VN" sz="2000" dirty="0"/>
              <a:t>Cơ sở lý thuyết</a:t>
            </a:r>
            <a:endParaRPr lang="vi-VN" sz="2000" dirty="0"/>
          </a:p>
          <a:p>
            <a:pPr marL="457200" indent="-457200">
              <a:buFont typeface="+mj-lt"/>
              <a:buAutoNum type="arabicPeriod"/>
            </a:pPr>
            <a:r>
              <a:rPr lang="vi-VN" sz="2000" dirty="0"/>
              <a:t>Mô tả bài toán</a:t>
            </a:r>
            <a:endParaRPr lang="vi-VN" sz="2000" dirty="0"/>
          </a:p>
          <a:p>
            <a:pPr marL="457200" indent="-457200">
              <a:buFont typeface="+mj-lt"/>
              <a:buAutoNum type="arabicPeriod"/>
            </a:pPr>
            <a:r>
              <a:rPr lang="vi-VN" sz="2000" dirty="0"/>
              <a:t>Yêu cầu chức năng</a:t>
            </a:r>
            <a:endParaRPr lang="vi-VN" sz="2000" dirty="0"/>
          </a:p>
          <a:p>
            <a:pPr marL="457200" indent="-457200">
              <a:buFont typeface="+mj-lt"/>
              <a:buAutoNum type="arabicPeriod"/>
            </a:pPr>
            <a:r>
              <a:rPr lang="vi-VN" sz="2000" dirty="0"/>
              <a:t>Yêu cầu phi chức năng</a:t>
            </a:r>
            <a:endParaRPr lang="vi-VN" sz="2000" dirty="0"/>
          </a:p>
          <a:p>
            <a:pPr marL="457200" indent="-457200">
              <a:buFont typeface="+mj-lt"/>
              <a:buAutoNum type="arabicPeriod"/>
            </a:pPr>
            <a:r>
              <a:rPr lang="vi-VN" sz="2000" dirty="0"/>
              <a:t>Cơ sở dữ liệu</a:t>
            </a:r>
            <a:endParaRPr lang="vi-VN" sz="2000" dirty="0"/>
          </a:p>
          <a:p>
            <a:pPr marL="457200" indent="-457200">
              <a:buFont typeface="+mj-lt"/>
              <a:buAutoNum type="arabicPeriod"/>
            </a:pPr>
            <a:r>
              <a:rPr lang="vi-VN" sz="2000" dirty="0"/>
              <a:t>Kết luận và hướng phát triển</a:t>
            </a:r>
            <a:endParaRPr lang="en-US" sz="2000" dirty="0"/>
          </a:p>
          <a:p>
            <a:pPr marL="457200" indent="-457200">
              <a:buFont typeface="+mj-lt"/>
              <a:buAutoNum type="arabicPeriod"/>
            </a:pPr>
            <a:r>
              <a:rPr lang="vi-VN" sz="2000" dirty="0"/>
              <a:t>Kết quả thực nghiệm</a:t>
            </a:r>
            <a:endParaRPr lang="vi-VN" sz="2000" dirty="0"/>
          </a:p>
        </p:txBody>
      </p:sp>
      <p:sp>
        <p:nvSpPr>
          <p:cNvPr id="4" name="Slide Number Placeholder 3"/>
          <p:cNvSpPr>
            <a:spLocks noGrp="1"/>
          </p:cNvSpPr>
          <p:nvPr>
            <p:ph type="sldNum" sz="quarter" idx="12"/>
          </p:nvPr>
        </p:nvSpPr>
        <p:spPr/>
        <p:txBody>
          <a:bodyPr/>
          <a:p>
            <a:fld id="{2FE06659-896C-489D-B3F6-1DE1F7F002FB}" type="slidenum">
              <a:rPr lang="en-US" smtClean="0"/>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1">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1283207" y="549822"/>
            <a:ext cx="6617547" cy="879625"/>
          </a:xfrm>
        </p:spPr>
        <p:txBody>
          <a:bodyPr>
            <a:normAutofit/>
          </a:bodyPr>
          <a:lstStyle/>
          <a:p>
            <a:r>
              <a:rPr lang="vi-VN" sz="2800" dirty="0">
                <a:latin typeface="+mn-lt"/>
              </a:rPr>
              <a:t>1. LÝ DO CHỌN ĐỀ TÀI</a:t>
            </a:r>
            <a:endParaRPr lang="en-US" sz="2800" dirty="0">
              <a:latin typeface="+mn-lt"/>
            </a:endParaRPr>
          </a:p>
        </p:txBody>
      </p:sp>
      <p:graphicFrame>
        <p:nvGraphicFramePr>
          <p:cNvPr id="6" name="Content Placeholder 5"/>
          <p:cNvGraphicFramePr>
            <a:graphicFrameLocks noGrp="1"/>
          </p:cNvGraphicFramePr>
          <p:nvPr>
            <p:ph idx="1"/>
          </p:nvPr>
        </p:nvGraphicFramePr>
        <p:xfrm>
          <a:off x="1699471" y="1979269"/>
          <a:ext cx="8555378" cy="35650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Slide Number Placeholder 2"/>
          <p:cNvSpPr>
            <a:spLocks noGrp="1"/>
          </p:cNvSpPr>
          <p:nvPr>
            <p:ph type="sldNum" sz="quarter" idx="12"/>
          </p:nvPr>
        </p:nvSpPr>
        <p:spPr/>
        <p:txBody>
          <a:bodyPr/>
          <a:p>
            <a:fld id="{2FE06659-896C-489D-B3F6-1DE1F7F002FB}" type="slidenum">
              <a:rPr lang="en-US" smtClean="0"/>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1">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1228344" y="648484"/>
            <a:ext cx="6617208" cy="915290"/>
          </a:xfrm>
        </p:spPr>
        <p:txBody>
          <a:bodyPr>
            <a:normAutofit/>
          </a:bodyPr>
          <a:lstStyle/>
          <a:p>
            <a:r>
              <a:rPr lang="vi-VN" sz="2800" dirty="0">
                <a:latin typeface="Arial" panose="020B0604020202020204" pitchFamily="34" charset="0"/>
                <a:cs typeface="Arial" panose="020B0604020202020204" pitchFamily="34" charset="0"/>
              </a:rPr>
              <a:t>2. MỤC </a:t>
            </a:r>
            <a:r>
              <a:rPr lang="en-US" sz="2800" dirty="0">
                <a:latin typeface="Arial" panose="020B0604020202020204" pitchFamily="34" charset="0"/>
                <a:cs typeface="Arial" panose="020B0604020202020204" pitchFamily="34" charset="0"/>
              </a:rPr>
              <a:t>ĐÍCH</a:t>
            </a:r>
            <a:r>
              <a:rPr lang="vi-VN" sz="2800" dirty="0">
                <a:latin typeface="Arial" panose="020B0604020202020204" pitchFamily="34" charset="0"/>
                <a:cs typeface="Arial" panose="020B0604020202020204" pitchFamily="34" charset="0"/>
              </a:rPr>
              <a:t> NGHIÊN CỨU</a:t>
            </a:r>
            <a:endParaRPr lang="en-US" sz="2800" dirty="0">
              <a:latin typeface="Arial" panose="020B0604020202020204" pitchFamily="34" charset="0"/>
              <a:cs typeface="Arial" panose="020B0604020202020204" pitchFamily="34" charset="0"/>
            </a:endParaRPr>
          </a:p>
        </p:txBody>
      </p:sp>
      <p:pic>
        <p:nvPicPr>
          <p:cNvPr id="2052" name="Picture 4" descr="Kỹ năng xác định thị trường mục tiêu"/>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rot="1444422">
            <a:off x="10172528" y="5363210"/>
            <a:ext cx="2136629" cy="119079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9" name="Diagram 8"/>
          <p:cNvGraphicFramePr/>
          <p:nvPr/>
        </p:nvGraphicFramePr>
        <p:xfrm>
          <a:off x="653845" y="2212258"/>
          <a:ext cx="10884310" cy="349536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Slide Number Placeholder 2"/>
          <p:cNvSpPr>
            <a:spLocks noGrp="1"/>
          </p:cNvSpPr>
          <p:nvPr>
            <p:ph type="sldNum" sz="quarter" idx="12"/>
          </p:nvPr>
        </p:nvSpPr>
        <p:spPr/>
        <p:txBody>
          <a:bodyPr/>
          <a:p>
            <a:fld id="{2FE06659-896C-489D-B3F6-1DE1F7F002FB}" type="slidenum">
              <a:rPr lang="en-US" smtClean="0"/>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p:cNvPicPr>
            <a:picLocks noChangeAspect="1"/>
          </p:cNvPicPr>
          <p:nvPr/>
        </p:nvPicPr>
        <p:blipFill rotWithShape="1">
          <a:blip r:embed="rId1">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1538675" y="1231043"/>
            <a:ext cx="4983480" cy="888375"/>
          </a:xfrm>
        </p:spPr>
        <p:txBody>
          <a:bodyPr>
            <a:normAutofit/>
          </a:bodyPr>
          <a:lstStyle/>
          <a:p>
            <a:r>
              <a:rPr lang="vi-VN" sz="2800" dirty="0">
                <a:latin typeface="+mn-lt"/>
              </a:rPr>
              <a:t>3. CƠ SỞ LÝ THUYẾT</a:t>
            </a:r>
            <a:endParaRPr lang="en-US" sz="2800" dirty="0">
              <a:latin typeface="+mn-lt"/>
            </a:endParaRPr>
          </a:p>
        </p:txBody>
      </p:sp>
      <p:sp>
        <p:nvSpPr>
          <p:cNvPr id="3" name="Content Placeholder 2"/>
          <p:cNvSpPr>
            <a:spLocks noGrp="1"/>
          </p:cNvSpPr>
          <p:nvPr>
            <p:ph idx="1"/>
          </p:nvPr>
        </p:nvSpPr>
        <p:spPr>
          <a:xfrm>
            <a:off x="1687254" y="2475793"/>
            <a:ext cx="4791456" cy="3271456"/>
          </a:xfrm>
        </p:spPr>
        <p:txBody>
          <a:bodyPr>
            <a:normAutofit/>
          </a:bodyPr>
          <a:lstStyle/>
          <a:p>
            <a:r>
              <a:rPr lang="vi-VN" sz="1600" dirty="0">
                <a:latin typeface="Arial" panose="020B0604020202020204" pitchFamily="34" charset="0"/>
                <a:cs typeface="Arial" panose="020B0604020202020204" pitchFamily="34" charset="0"/>
              </a:rPr>
              <a:t>HTML, CSS, </a:t>
            </a:r>
            <a:r>
              <a:rPr lang="vi-VN" sz="1600" dirty="0" err="1">
                <a:latin typeface="Arial" panose="020B0604020202020204" pitchFamily="34" charset="0"/>
                <a:cs typeface="Arial" panose="020B0604020202020204" pitchFamily="34" charset="0"/>
              </a:rPr>
              <a:t>JavaScript</a:t>
            </a:r>
            <a:r>
              <a:rPr lang="vi-VN" sz="1600" dirty="0">
                <a:latin typeface="Arial" panose="020B0604020202020204" pitchFamily="34" charset="0"/>
                <a:cs typeface="Arial" panose="020B0604020202020204" pitchFamily="34" charset="0"/>
              </a:rPr>
              <a:t>, </a:t>
            </a:r>
            <a:r>
              <a:rPr lang="vi-VN" sz="1600" dirty="0" err="1">
                <a:latin typeface="Arial" panose="020B0604020202020204" pitchFamily="34" charset="0"/>
                <a:cs typeface="Arial" panose="020B0604020202020204" pitchFamily="34" charset="0"/>
              </a:rPr>
              <a:t>Bootstrap</a:t>
            </a:r>
            <a:r>
              <a:rPr lang="vi-VN" sz="1600" dirty="0">
                <a:latin typeface="Arial" panose="020B0604020202020204" pitchFamily="34" charset="0"/>
                <a:cs typeface="Arial" panose="020B0604020202020204" pitchFamily="34" charset="0"/>
              </a:rPr>
              <a:t>: Tạo giao diện </a:t>
            </a:r>
            <a:r>
              <a:rPr lang="vi-VN" sz="1600" dirty="0" err="1">
                <a:latin typeface="Arial" panose="020B0604020202020204" pitchFamily="34" charset="0"/>
                <a:cs typeface="Arial" panose="020B0604020202020204" pitchFamily="34" charset="0"/>
              </a:rPr>
              <a:t>website</a:t>
            </a:r>
            <a:r>
              <a:rPr lang="vi-VN" sz="1600" dirty="0">
                <a:latin typeface="Arial" panose="020B0604020202020204" pitchFamily="34" charset="0"/>
                <a:cs typeface="Arial" panose="020B0604020202020204" pitchFamily="34" charset="0"/>
              </a:rPr>
              <a:t> thân thiện.</a:t>
            </a:r>
            <a:endParaRPr lang="vi-VN" sz="1600" dirty="0">
              <a:latin typeface="Arial" panose="020B0604020202020204" pitchFamily="34" charset="0"/>
              <a:cs typeface="Arial" panose="020B0604020202020204" pitchFamily="34" charset="0"/>
            </a:endParaRPr>
          </a:p>
          <a:p>
            <a:r>
              <a:rPr lang="vi-VN" sz="1600" dirty="0">
                <a:latin typeface="Arial" panose="020B0604020202020204" pitchFamily="34" charset="0"/>
                <a:cs typeface="Arial" panose="020B0604020202020204" pitchFamily="34" charset="0"/>
              </a:rPr>
              <a:t>PHP và </a:t>
            </a:r>
            <a:r>
              <a:rPr lang="vi-VN" sz="1600" dirty="0" err="1">
                <a:latin typeface="Arial" panose="020B0604020202020204" pitchFamily="34" charset="0"/>
                <a:cs typeface="Arial" panose="020B0604020202020204" pitchFamily="34" charset="0"/>
              </a:rPr>
              <a:t>MySQL</a:t>
            </a:r>
            <a:r>
              <a:rPr lang="vi-VN" sz="1600" dirty="0">
                <a:latin typeface="Arial" panose="020B0604020202020204" pitchFamily="34" charset="0"/>
                <a:cs typeface="Arial" panose="020B0604020202020204" pitchFamily="34" charset="0"/>
              </a:rPr>
              <a:t>: Xây dựng hệ thống xử lý dữ liệu và cơ sở dữ liệu.</a:t>
            </a:r>
            <a:endParaRPr lang="vi-VN" sz="1600" dirty="0">
              <a:latin typeface="Arial" panose="020B0604020202020204" pitchFamily="34" charset="0"/>
              <a:cs typeface="Arial" panose="020B0604020202020204" pitchFamily="34" charset="0"/>
            </a:endParaRPr>
          </a:p>
          <a:p>
            <a:r>
              <a:rPr lang="vi-VN" sz="1600" dirty="0">
                <a:latin typeface="Arial" panose="020B0604020202020204" pitchFamily="34" charset="0"/>
                <a:cs typeface="Arial" panose="020B0604020202020204" pitchFamily="34" charset="0"/>
              </a:rPr>
              <a:t>XAMPP: Công cụ giả lập </a:t>
            </a:r>
            <a:r>
              <a:rPr lang="vi-VN" sz="1600" dirty="0" err="1">
                <a:latin typeface="Arial" panose="020B0604020202020204" pitchFamily="34" charset="0"/>
                <a:cs typeface="Arial" panose="020B0604020202020204" pitchFamily="34" charset="0"/>
              </a:rPr>
              <a:t>server</a:t>
            </a:r>
            <a:r>
              <a:rPr lang="vi-VN" sz="1600" dirty="0">
                <a:latin typeface="Arial" panose="020B0604020202020204" pitchFamily="34" charset="0"/>
                <a:cs typeface="Arial" panose="020B0604020202020204" pitchFamily="34" charset="0"/>
              </a:rPr>
              <a:t> để triển khai và kiểm </a:t>
            </a:r>
            <a:r>
              <a:rPr lang="vi-VN" sz="1600">
                <a:latin typeface="Arial" panose="020B0604020202020204" pitchFamily="34" charset="0"/>
                <a:cs typeface="Arial" panose="020B0604020202020204" pitchFamily="34" charset="0"/>
              </a:rPr>
              <a:t>thử.</a:t>
            </a:r>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MVC: Mô hình kiến trúc giúp phân chia ứng dụng web thành ba phần độc lập, làm cho hệ thống dễ quản lý, thuận tiện cho việc bảo trì và mở rộng.</a:t>
            </a:r>
            <a:endParaRPr lang="en-US" sz="1600" dirty="0">
              <a:latin typeface="Arial" panose="020B0604020202020204" pitchFamily="34" charset="0"/>
              <a:cs typeface="Arial" panose="020B0604020202020204" pitchFamily="34" charset="0"/>
            </a:endParaRPr>
          </a:p>
        </p:txBody>
      </p:sp>
      <p:pic>
        <p:nvPicPr>
          <p:cNvPr id="4" name="Picture 3" descr="A logo on an orange background&#10;&#10;Description automatically generated"/>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005956" y="1110723"/>
            <a:ext cx="1581148" cy="1036798"/>
          </a:xfrm>
          <a:prstGeom prst="rect">
            <a:avLst/>
          </a:prstGeom>
        </p:spPr>
      </p:pic>
      <p:pic>
        <p:nvPicPr>
          <p:cNvPr id="7" name="Picture 6" descr="A yellow background with white text&#10;&#10;Description automatically generated"/>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93638" y="2112604"/>
            <a:ext cx="1891282" cy="1088073"/>
          </a:xfrm>
          <a:prstGeom prst="rect">
            <a:avLst/>
          </a:prstGeom>
        </p:spPr>
      </p:pic>
      <p:pic>
        <p:nvPicPr>
          <p:cNvPr id="8" name="Picture 7" descr="A screenshot of a computer&#10;&#10;Description automatically generated"/>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14427" y="2066460"/>
            <a:ext cx="2296667" cy="1134217"/>
          </a:xfrm>
          <a:prstGeom prst="rect">
            <a:avLst/>
          </a:prstGeom>
        </p:spPr>
      </p:pic>
      <p:pic>
        <p:nvPicPr>
          <p:cNvPr id="6" name="Picture 5" descr="A blue and white logo&#10;&#10;Description automatically generated"/>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99794" y="1008727"/>
            <a:ext cx="940891" cy="1333009"/>
          </a:xfrm>
          <a:prstGeom prst="rect">
            <a:avLst/>
          </a:prstGeom>
        </p:spPr>
      </p:pic>
      <p:pic>
        <p:nvPicPr>
          <p:cNvPr id="1026" name="Picture 2" descr="XAMPP là gì? Tổng hợp kiến thức cơ bản về XAMPP | ATP Software"/>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19966" t="14323" r="19335" b="9484"/>
          <a:stretch>
            <a:fillRect/>
          </a:stretch>
        </p:blipFill>
        <p:spPr bwMode="auto">
          <a:xfrm>
            <a:off x="7393844" y="3286219"/>
            <a:ext cx="1126086" cy="1468582"/>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A blue and black logo&#10;&#10;Description automatically generated"/>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697179" y="3246821"/>
            <a:ext cx="1964848" cy="1118940"/>
          </a:xfrm>
          <a:prstGeom prst="rect">
            <a:avLst/>
          </a:prstGeom>
        </p:spPr>
      </p:pic>
      <p:pic>
        <p:nvPicPr>
          <p:cNvPr id="10" name="Picture 9" descr="A logo with a dolphin&#10;&#10;Description automatically generated"/>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516068" y="3963015"/>
            <a:ext cx="1964848" cy="967563"/>
          </a:xfrm>
          <a:prstGeom prst="rect">
            <a:avLst/>
          </a:prstGeom>
        </p:spPr>
      </p:pic>
      <p:pic>
        <p:nvPicPr>
          <p:cNvPr id="11" name="Picture 10"/>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129233" y="4428416"/>
            <a:ext cx="3532794" cy="2177445"/>
          </a:xfrm>
          <a:prstGeom prst="rect">
            <a:avLst/>
          </a:prstGeom>
        </p:spPr>
      </p:pic>
      <p:sp>
        <p:nvSpPr>
          <p:cNvPr id="5" name="Slide Number Placeholder 4"/>
          <p:cNvSpPr>
            <a:spLocks noGrp="1"/>
          </p:cNvSpPr>
          <p:nvPr>
            <p:ph type="sldNum" sz="quarter" idx="12"/>
          </p:nvPr>
        </p:nvSpPr>
        <p:spPr/>
        <p:txBody>
          <a:bodyPr/>
          <a:p>
            <a:fld id="{2FE06659-896C-489D-B3F6-1DE1F7F002FB}" type="slidenum">
              <a:rPr lang="en-US" smtClean="0"/>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1">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1365504" y="446117"/>
            <a:ext cx="3654552" cy="806769"/>
          </a:xfrm>
        </p:spPr>
        <p:txBody>
          <a:bodyPr>
            <a:normAutofit/>
          </a:bodyPr>
          <a:lstStyle/>
          <a:p>
            <a:r>
              <a:rPr lang="vi-VN" sz="2800" dirty="0">
                <a:latin typeface="+mn-lt"/>
              </a:rPr>
              <a:t>4. MÔ TẢ BÀI TOÁN </a:t>
            </a:r>
            <a:endParaRPr lang="en-US" sz="2800" dirty="0">
              <a:latin typeface="+mn-lt"/>
            </a:endParaRPr>
          </a:p>
        </p:txBody>
      </p:sp>
      <p:graphicFrame>
        <p:nvGraphicFramePr>
          <p:cNvPr id="6" name="Content Placeholder 5"/>
          <p:cNvGraphicFramePr>
            <a:graphicFrameLocks noGrp="1"/>
          </p:cNvGraphicFramePr>
          <p:nvPr>
            <p:ph idx="1"/>
          </p:nvPr>
        </p:nvGraphicFramePr>
        <p:xfrm>
          <a:off x="575609" y="1252886"/>
          <a:ext cx="10903352"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Slide Number Placeholder 2"/>
          <p:cNvSpPr>
            <a:spLocks noGrp="1"/>
          </p:cNvSpPr>
          <p:nvPr>
            <p:ph type="sldNum" sz="quarter" idx="12"/>
          </p:nvPr>
        </p:nvSpPr>
        <p:spPr/>
        <p:txBody>
          <a:bodyPr/>
          <a:p>
            <a:fld id="{2FE06659-896C-489D-B3F6-1DE1F7F002FB}" type="slidenum">
              <a:rPr lang="en-US" smtClean="0"/>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1">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978408" y="228600"/>
            <a:ext cx="4636008" cy="903159"/>
          </a:xfrm>
        </p:spPr>
        <p:txBody>
          <a:bodyPr>
            <a:normAutofit/>
          </a:bodyPr>
          <a:lstStyle/>
          <a:p>
            <a:r>
              <a:rPr lang="vi-VN" sz="2800" dirty="0">
                <a:latin typeface="+mn-lt"/>
              </a:rPr>
              <a:t>5. YÊU CẦU CHỨC NĂNG</a:t>
            </a:r>
            <a:endParaRPr lang="en-US" sz="2800" dirty="0">
              <a:latin typeface="+mn-lt"/>
            </a:endParaRPr>
          </a:p>
        </p:txBody>
      </p:sp>
      <p:graphicFrame>
        <p:nvGraphicFramePr>
          <p:cNvPr id="4" name="Content Placeholder 3"/>
          <p:cNvGraphicFramePr>
            <a:graphicFrameLocks noGrp="1"/>
          </p:cNvGraphicFramePr>
          <p:nvPr>
            <p:ph idx="1"/>
          </p:nvPr>
        </p:nvGraphicFramePr>
        <p:xfrm>
          <a:off x="611174" y="1360359"/>
          <a:ext cx="11223708" cy="48227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Slide Number Placeholder 2"/>
          <p:cNvSpPr>
            <a:spLocks noGrp="1"/>
          </p:cNvSpPr>
          <p:nvPr>
            <p:ph type="sldNum" sz="quarter" idx="12"/>
          </p:nvPr>
        </p:nvSpPr>
        <p:spPr/>
        <p:txBody>
          <a:bodyPr/>
          <a:p>
            <a:fld id="{2FE06659-896C-489D-B3F6-1DE1F7F002FB}" type="slidenum">
              <a:rPr lang="en-US" smtClean="0"/>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1">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1210055" y="547085"/>
            <a:ext cx="6214713" cy="823850"/>
          </a:xfrm>
        </p:spPr>
        <p:txBody>
          <a:bodyPr>
            <a:normAutofit/>
          </a:bodyPr>
          <a:lstStyle/>
          <a:p>
            <a:r>
              <a:rPr lang="vi-VN" sz="2800" dirty="0">
                <a:latin typeface="+mn-lt"/>
              </a:rPr>
              <a:t>6. YÊU CẦU PHI CHỨC NĂNG</a:t>
            </a:r>
            <a:endParaRPr lang="en-US" sz="2800" dirty="0">
              <a:latin typeface="+mn-lt"/>
            </a:endParaRPr>
          </a:p>
        </p:txBody>
      </p:sp>
      <p:graphicFrame>
        <p:nvGraphicFramePr>
          <p:cNvPr id="4" name="Content Placeholder 3"/>
          <p:cNvGraphicFramePr>
            <a:graphicFrameLocks noGrp="1"/>
          </p:cNvGraphicFramePr>
          <p:nvPr>
            <p:ph idx="1"/>
          </p:nvPr>
        </p:nvGraphicFramePr>
        <p:xfrm>
          <a:off x="1623059" y="1607344"/>
          <a:ext cx="8298181" cy="460232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Slide Number Placeholder 2"/>
          <p:cNvSpPr>
            <a:spLocks noGrp="1"/>
          </p:cNvSpPr>
          <p:nvPr>
            <p:ph type="sldNum" sz="quarter" idx="12"/>
          </p:nvPr>
        </p:nvSpPr>
        <p:spPr/>
        <p:txBody>
          <a:bodyPr/>
          <a:p>
            <a:fld id="{2FE06659-896C-489D-B3F6-1DE1F7F002FB}" type="slidenum">
              <a:rPr lang="en-US" smtClean="0"/>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1">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pic>
        <p:nvPicPr>
          <p:cNvPr id="7" name="Picture 6" descr="A screenshot of a computer&#10;&#10;Description automatically generated"/>
          <p:cNvPicPr>
            <a:picLocks noChangeAspect="1"/>
          </p:cNvPicPr>
          <p:nvPr/>
        </p:nvPicPr>
        <p:blipFill>
          <a:blip r:embed="rId2">
            <a:extLst>
              <a:ext uri="{28A0092B-C50C-407E-A947-70E740481C1C}">
                <a14:useLocalDpi xmlns:a14="http://schemas.microsoft.com/office/drawing/2010/main" val="0"/>
              </a:ext>
            </a:extLst>
          </a:blip>
          <a:srcRect l="5380" b="6626"/>
          <a:stretch>
            <a:fillRect/>
          </a:stretch>
        </p:blipFill>
        <p:spPr>
          <a:xfrm>
            <a:off x="1479091" y="694945"/>
            <a:ext cx="9546615" cy="5859932"/>
          </a:xfrm>
          <a:prstGeom prst="rect">
            <a:avLst/>
          </a:prstGeom>
        </p:spPr>
      </p:pic>
      <p:sp>
        <p:nvSpPr>
          <p:cNvPr id="2" name="Title 1"/>
          <p:cNvSpPr>
            <a:spLocks noGrp="1"/>
          </p:cNvSpPr>
          <p:nvPr>
            <p:ph type="title"/>
          </p:nvPr>
        </p:nvSpPr>
        <p:spPr>
          <a:xfrm>
            <a:off x="1001743" y="231544"/>
            <a:ext cx="4248913" cy="771352"/>
          </a:xfrm>
        </p:spPr>
        <p:txBody>
          <a:bodyPr>
            <a:normAutofit/>
          </a:bodyPr>
          <a:lstStyle/>
          <a:p>
            <a:r>
              <a:rPr lang="vi-VN" sz="2800" dirty="0">
                <a:latin typeface="+mn-lt"/>
              </a:rPr>
              <a:t>7. CƠ SỞ DỮ LIỆU</a:t>
            </a:r>
            <a:endParaRPr lang="en-US" sz="2800" dirty="0">
              <a:latin typeface="+mn-lt"/>
            </a:endParaRPr>
          </a:p>
        </p:txBody>
      </p:sp>
      <p:sp>
        <p:nvSpPr>
          <p:cNvPr id="3" name="Slide Number Placeholder 2"/>
          <p:cNvSpPr>
            <a:spLocks noGrp="1"/>
          </p:cNvSpPr>
          <p:nvPr>
            <p:ph type="sldNum" sz="quarter" idx="12"/>
          </p:nvPr>
        </p:nvSpPr>
        <p:spPr/>
        <p:txBody>
          <a:bodyPr/>
          <a:p>
            <a:fld id="{2FE06659-896C-489D-B3F6-1DE1F7F002FB}" type="slidenum">
              <a:rPr lang="en-US" smtClean="0"/>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1">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1731264" y="691372"/>
            <a:ext cx="6873240" cy="797624"/>
          </a:xfrm>
        </p:spPr>
        <p:txBody>
          <a:bodyPr>
            <a:normAutofit/>
          </a:bodyPr>
          <a:lstStyle/>
          <a:p>
            <a:r>
              <a:rPr lang="en-US" sz="2800" dirty="0">
                <a:latin typeface="+mn-lt"/>
              </a:rPr>
              <a:t>8</a:t>
            </a:r>
            <a:r>
              <a:rPr lang="vi-VN" sz="2800" dirty="0">
                <a:latin typeface="+mn-lt"/>
              </a:rPr>
              <a:t>. KẾT LUẬN VÀ HƯỚNG PHÁT TRIỂN</a:t>
            </a:r>
            <a:endParaRPr lang="en-US" sz="2800" dirty="0">
              <a:latin typeface="+mn-lt"/>
            </a:endParaRPr>
          </a:p>
        </p:txBody>
      </p:sp>
      <p:sp>
        <p:nvSpPr>
          <p:cNvPr id="3" name="Content Placeholder 2"/>
          <p:cNvSpPr>
            <a:spLocks noGrp="1"/>
          </p:cNvSpPr>
          <p:nvPr>
            <p:ph idx="1"/>
          </p:nvPr>
        </p:nvSpPr>
        <p:spPr>
          <a:xfrm>
            <a:off x="1804416" y="2432849"/>
            <a:ext cx="7517820" cy="2375344"/>
          </a:xfrm>
        </p:spPr>
        <p:txBody>
          <a:bodyPr>
            <a:normAutofit/>
          </a:bodyPr>
          <a:lstStyle/>
          <a:p>
            <a:r>
              <a:rPr lang="en-US" sz="1800" dirty="0" err="1">
                <a:latin typeface="Arial" panose="020B0604020202020204" pitchFamily="34" charset="0"/>
                <a:cs typeface="Arial" panose="020B0604020202020204" pitchFamily="34" charset="0"/>
              </a:rPr>
              <a:t>Dự</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án</a:t>
            </a:r>
            <a:r>
              <a:rPr lang="en-US" sz="1800" dirty="0">
                <a:latin typeface="Arial" panose="020B0604020202020204" pitchFamily="34" charset="0"/>
                <a:cs typeface="Arial" panose="020B0604020202020204" pitchFamily="34" charset="0"/>
              </a:rPr>
              <a:t> website </a:t>
            </a:r>
            <a:r>
              <a:rPr lang="en-US" sz="1800" dirty="0" err="1">
                <a:latin typeface="Arial" panose="020B0604020202020204" pitchFamily="34" charset="0"/>
                <a:cs typeface="Arial" panose="020B0604020202020204" pitchFamily="34" charset="0"/>
              </a:rPr>
              <a:t>tìm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việc</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làm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đạt</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kết</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quả</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tích</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cực</a:t>
            </a:r>
            <a:r>
              <a:rPr lang="en-US" sz="1800" dirty="0">
                <a:latin typeface="Arial" panose="020B0604020202020204" pitchFamily="34" charset="0"/>
                <a:cs typeface="Arial" panose="020B0604020202020204" pitchFamily="34" charset="0"/>
              </a:rPr>
              <a:t>:</a:t>
            </a:r>
            <a:endParaRPr lang="en-US" sz="1800" dirty="0">
              <a:latin typeface="Arial" panose="020B0604020202020204" pitchFamily="34" charset="0"/>
              <a:cs typeface="Arial" panose="020B0604020202020204" pitchFamily="34" charset="0"/>
            </a:endParaRPr>
          </a:p>
          <a:p>
            <a:pPr lvl="1"/>
            <a:r>
              <a:rPr lang="en-US" sz="1800" dirty="0" err="1">
                <a:latin typeface="Arial" panose="020B0604020202020204" pitchFamily="34" charset="0"/>
                <a:cs typeface="Arial" panose="020B0604020202020204" pitchFamily="34" charset="0"/>
              </a:rPr>
              <a:t>Xây</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dựng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nền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tảng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thân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thiện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hỗ</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trợ</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ứng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viên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dễ</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dàng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tìm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kiếm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việc</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làm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và</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nhà</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tuyển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dụng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thuận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tiện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đăng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tải</a:t>
            </a:r>
            <a:r>
              <a:rPr lang="en-US" sz="1800" dirty="0">
                <a:latin typeface="Arial" panose="020B0604020202020204" pitchFamily="34" charset="0"/>
                <a:cs typeface="Arial" panose="020B0604020202020204" pitchFamily="34" charset="0"/>
              </a:rPr>
              <a:t>/</a:t>
            </a:r>
            <a:r>
              <a:rPr lang="en-US" sz="1800" dirty="0" err="1">
                <a:latin typeface="Arial" panose="020B0604020202020204" pitchFamily="34" charset="0"/>
                <a:cs typeface="Arial" panose="020B0604020202020204" pitchFamily="34" charset="0"/>
              </a:rPr>
              <a:t>quản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lý</a:t>
            </a:r>
            <a:r>
              <a:rPr lang="en-US" sz="1800" dirty="0">
                <a:latin typeface="Arial" panose="020B0604020202020204" pitchFamily="34" charset="0"/>
                <a:cs typeface="Arial" panose="020B0604020202020204" pitchFamily="34" charset="0"/>
              </a:rPr>
              <a:t> tin </a:t>
            </a:r>
            <a:r>
              <a:rPr lang="en-US" sz="1800" dirty="0" err="1">
                <a:latin typeface="Arial" panose="020B0604020202020204" pitchFamily="34" charset="0"/>
                <a:cs typeface="Arial" panose="020B0604020202020204" pitchFamily="34" charset="0"/>
              </a:rPr>
              <a:t>tuyển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dụng</a:t>
            </a:r>
            <a:r>
              <a:rPr lang="en-US" sz="1800" dirty="0">
                <a:latin typeface="Arial" panose="020B0604020202020204" pitchFamily="34" charset="0"/>
                <a:cs typeface="Arial" panose="020B0604020202020204" pitchFamily="34" charset="0"/>
              </a:rPr>
              <a:t>.</a:t>
            </a:r>
            <a:endParaRPr lang="en-US" sz="1800" dirty="0">
              <a:latin typeface="Arial" panose="020B0604020202020204" pitchFamily="34" charset="0"/>
              <a:cs typeface="Arial" panose="020B0604020202020204" pitchFamily="34" charset="0"/>
            </a:endParaRPr>
          </a:p>
          <a:p>
            <a:pPr lvl="1"/>
            <a:r>
              <a:rPr lang="vi-VN" sz="1800" dirty="0">
                <a:latin typeface="Arial" panose="020B0604020202020204" pitchFamily="34" charset="0"/>
                <a:cs typeface="Arial" panose="020B0604020202020204" pitchFamily="34" charset="0"/>
              </a:rPr>
              <a:t>Áp dụng công nghệ mới cải thiện trải nghiệm người dùng.</a:t>
            </a:r>
            <a:endParaRPr lang="vi-VN" sz="1800" dirty="0">
              <a:latin typeface="Arial" panose="020B0604020202020204" pitchFamily="34" charset="0"/>
              <a:cs typeface="Arial" panose="020B0604020202020204" pitchFamily="34" charset="0"/>
            </a:endParaRPr>
          </a:p>
          <a:p>
            <a:pPr lvl="1"/>
            <a:r>
              <a:rPr lang="en-US" sz="1800" dirty="0">
                <a:latin typeface="Arial" panose="020B0604020202020204" pitchFamily="34" charset="0"/>
                <a:cs typeface="Arial" panose="020B0604020202020204" pitchFamily="34" charset="0"/>
              </a:rPr>
              <a:t>Giao </a:t>
            </a:r>
            <a:r>
              <a:rPr lang="en-US" sz="1800" dirty="0" err="1">
                <a:latin typeface="Arial" panose="020B0604020202020204" pitchFamily="34" charset="0"/>
                <a:cs typeface="Arial" panose="020B0604020202020204" pitchFamily="34" charset="0"/>
              </a:rPr>
              <a:t>diện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thân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thiện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quản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lý</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dữ</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liệu</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hiệu</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quả</a:t>
            </a:r>
            <a:r>
              <a:rPr lang="en-US" sz="1800" dirty="0">
                <a:latin typeface="Arial" panose="020B0604020202020204" pitchFamily="34" charset="0"/>
                <a:cs typeface="Arial" panose="020B0604020202020204" pitchFamily="34" charset="0"/>
              </a:rPr>
              <a:t>.</a:t>
            </a:r>
            <a:endParaRPr lang="en-US" sz="1800" dirty="0">
              <a:latin typeface="Arial" panose="020B0604020202020204" pitchFamily="34" charset="0"/>
              <a:cs typeface="Arial" panose="020B0604020202020204" pitchFamily="34" charset="0"/>
            </a:endParaRPr>
          </a:p>
        </p:txBody>
      </p:sp>
      <p:sp>
        <p:nvSpPr>
          <p:cNvPr id="6" name="TextBox 5"/>
          <p:cNvSpPr txBox="1"/>
          <p:nvPr/>
        </p:nvSpPr>
        <p:spPr>
          <a:xfrm>
            <a:off x="1804416" y="1488996"/>
            <a:ext cx="6167628" cy="400110"/>
          </a:xfrm>
          <a:prstGeom prst="rect">
            <a:avLst/>
          </a:prstGeom>
          <a:noFill/>
        </p:spPr>
        <p:txBody>
          <a:bodyPr wrap="square">
            <a:spAutoFit/>
          </a:bodyPr>
          <a:lstStyle/>
          <a:p>
            <a:r>
              <a:rPr lang="en-US" sz="2000" dirty="0"/>
              <a:t>A</a:t>
            </a:r>
            <a:r>
              <a:rPr lang="vi-VN" sz="2000" dirty="0"/>
              <a:t>. Kết luận:</a:t>
            </a:r>
            <a:endParaRPr lang="en-US" sz="2000" dirty="0"/>
          </a:p>
        </p:txBody>
      </p:sp>
      <p:pic>
        <p:nvPicPr>
          <p:cNvPr id="4098" name="Picture 2" descr="Hướng dẫn kiểm toán viên kết luận về báo cáo tài chính"/>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677656" y="3471881"/>
            <a:ext cx="3305175" cy="3295650"/>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2"/>
          </p:nvPr>
        </p:nvSpPr>
        <p:spPr/>
        <p:txBody>
          <a:bodyPr/>
          <a:p>
            <a:fld id="{2FE06659-896C-489D-B3F6-1DE1F7F002FB}" type="slidenum">
              <a:rPr lang="en-US" smtClean="0"/>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1">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2" name="Title 1"/>
          <p:cNvSpPr>
            <a:spLocks noGrp="1"/>
          </p:cNvSpPr>
          <p:nvPr>
            <p:ph type="title"/>
          </p:nvPr>
        </p:nvSpPr>
        <p:spPr>
          <a:xfrm>
            <a:off x="1804416" y="616836"/>
            <a:ext cx="6873240" cy="889064"/>
          </a:xfrm>
        </p:spPr>
        <p:txBody>
          <a:bodyPr>
            <a:normAutofit/>
          </a:bodyPr>
          <a:lstStyle/>
          <a:p>
            <a:r>
              <a:rPr lang="en-US" sz="2800" dirty="0">
                <a:latin typeface="+mn-lt"/>
              </a:rPr>
              <a:t>8</a:t>
            </a:r>
            <a:r>
              <a:rPr lang="vi-VN" sz="2800" dirty="0">
                <a:latin typeface="+mn-lt"/>
              </a:rPr>
              <a:t>. KẾT LUẬN VÀ HƯỚNG PHÁT TRIỂN</a:t>
            </a:r>
            <a:endParaRPr lang="en-US" sz="2800" dirty="0">
              <a:latin typeface="+mn-lt"/>
            </a:endParaRPr>
          </a:p>
        </p:txBody>
      </p:sp>
      <p:sp>
        <p:nvSpPr>
          <p:cNvPr id="3" name="Content Placeholder 2"/>
          <p:cNvSpPr>
            <a:spLocks noGrp="1"/>
          </p:cNvSpPr>
          <p:nvPr>
            <p:ph idx="1"/>
          </p:nvPr>
        </p:nvSpPr>
        <p:spPr>
          <a:xfrm>
            <a:off x="1901952" y="2316734"/>
            <a:ext cx="5175504" cy="1944370"/>
          </a:xfrm>
        </p:spPr>
        <p:txBody>
          <a:bodyPr>
            <a:normAutofit/>
          </a:bodyPr>
          <a:lstStyle/>
          <a:p>
            <a:pPr algn="just"/>
            <a:r>
              <a:rPr lang="vi-VN" sz="1600" dirty="0"/>
              <a:t>Tối ưu hóa trải nghiệm người dùng: Phát triển chức năng mới và cải thiện giao diện để tạo trang </a:t>
            </a:r>
            <a:r>
              <a:rPr lang="vi-VN" sz="1600" dirty="0" err="1"/>
              <a:t>web</a:t>
            </a:r>
            <a:r>
              <a:rPr lang="vi-VN" sz="1600" dirty="0"/>
              <a:t> thân thiện với mọi đối tượng.</a:t>
            </a:r>
            <a:endParaRPr lang="vi-VN" sz="1600" dirty="0"/>
          </a:p>
          <a:p>
            <a:pPr algn="just"/>
            <a:r>
              <a:rPr lang="vi-VN" sz="1600" dirty="0"/>
              <a:t>Học hỏi và tìm hiểu: Tăng cường kiến thức thiết kế ứng dụng </a:t>
            </a:r>
            <a:r>
              <a:rPr lang="vi-VN" sz="1600" dirty="0" err="1"/>
              <a:t>web</a:t>
            </a:r>
            <a:r>
              <a:rPr lang="vi-VN" sz="1600" dirty="0"/>
              <a:t> để phát triển các tính năng mới.</a:t>
            </a:r>
            <a:endParaRPr lang="en-US" sz="1600" dirty="0"/>
          </a:p>
        </p:txBody>
      </p:sp>
      <p:sp>
        <p:nvSpPr>
          <p:cNvPr id="6" name="TextBox 5"/>
          <p:cNvSpPr txBox="1"/>
          <p:nvPr/>
        </p:nvSpPr>
        <p:spPr>
          <a:xfrm>
            <a:off x="1804416" y="1488996"/>
            <a:ext cx="6167628" cy="400110"/>
          </a:xfrm>
          <a:prstGeom prst="rect">
            <a:avLst/>
          </a:prstGeom>
          <a:noFill/>
        </p:spPr>
        <p:txBody>
          <a:bodyPr wrap="square">
            <a:spAutoFit/>
          </a:bodyPr>
          <a:lstStyle/>
          <a:p>
            <a:r>
              <a:rPr lang="en-US" dirty="0"/>
              <a:t>B</a:t>
            </a:r>
            <a:r>
              <a:rPr lang="vi-VN" dirty="0"/>
              <a:t>. </a:t>
            </a:r>
            <a:r>
              <a:rPr lang="vi-VN" sz="2000" dirty="0"/>
              <a:t>Hướng</a:t>
            </a:r>
            <a:r>
              <a:rPr lang="vi-VN" dirty="0"/>
              <a:t> phát triển:</a:t>
            </a:r>
            <a:endParaRPr lang="en-US" dirty="0"/>
          </a:p>
        </p:txBody>
      </p:sp>
      <p:pic>
        <p:nvPicPr>
          <p:cNvPr id="5122" name="Picture 2" descr="Những nhân tố ảnh hưởng đến sự phát triển của khu công nghiệp đồng bộ"/>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6520064" y="2952926"/>
            <a:ext cx="5164254" cy="3092782"/>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2"/>
          </p:nvPr>
        </p:nvSpPr>
        <p:spPr/>
        <p:txBody>
          <a:bodyPr/>
          <a:p>
            <a:fld id="{2FE06659-896C-489D-B3F6-1DE1F7F002FB}" type="slidenum">
              <a:rPr lang="en-US" smtClean="0"/>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1">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6" name="TextBox 5"/>
          <p:cNvSpPr txBox="1"/>
          <p:nvPr/>
        </p:nvSpPr>
        <p:spPr>
          <a:xfrm>
            <a:off x="2925294" y="2782669"/>
            <a:ext cx="7737790" cy="646331"/>
          </a:xfrm>
          <a:prstGeom prst="rect">
            <a:avLst/>
          </a:prstGeom>
          <a:noFill/>
        </p:spPr>
        <p:txBody>
          <a:bodyPr wrap="square">
            <a:spAutoFit/>
          </a:bodyPr>
          <a:lstStyle/>
          <a:p>
            <a:r>
              <a:rPr lang="en-US" sz="3600" dirty="0">
                <a:latin typeface="Arial" panose="020B0604020202020204" pitchFamily="34" charset="0"/>
                <a:cs typeface="Arial" panose="020B0604020202020204" pitchFamily="34" charset="0"/>
              </a:rPr>
              <a:t>9. KẾT QUẢ THỰC NGHIỆM</a:t>
            </a:r>
            <a:endParaRPr lang="en-US" sz="3600" dirty="0">
              <a:latin typeface="Arial" panose="020B0604020202020204" pitchFamily="34" charset="0"/>
              <a:cs typeface="Arial" panose="020B0604020202020204" pitchFamily="34" charset="0"/>
            </a:endParaRPr>
          </a:p>
        </p:txBody>
      </p:sp>
      <p:sp>
        <p:nvSpPr>
          <p:cNvPr id="2" name="Slide Number Placeholder 1"/>
          <p:cNvSpPr>
            <a:spLocks noGrp="1"/>
          </p:cNvSpPr>
          <p:nvPr>
            <p:ph type="sldNum" sz="quarter" idx="12"/>
          </p:nvPr>
        </p:nvSpPr>
        <p:spPr/>
        <p:txBody>
          <a:bodyPr/>
          <a:p>
            <a:fld id="{2FE06659-896C-489D-B3F6-1DE1F7F002FB}" type="slidenum">
              <a:rPr lang="en-US" smtClean="0"/>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1">
            <a:extLst>
              <a:ext uri="{28A0092B-C50C-407E-A947-70E740481C1C}">
                <a14:useLocalDpi xmlns:a14="http://schemas.microsoft.com/office/drawing/2010/main" val="0"/>
              </a:ext>
            </a:extLst>
          </a:blip>
          <a:srcRect l="5250" t="8248" r="5014" b="8030"/>
          <a:stretch>
            <a:fillRect/>
          </a:stretch>
        </p:blipFill>
        <p:spPr>
          <a:xfrm>
            <a:off x="0" y="0"/>
            <a:ext cx="12192000" cy="6858000"/>
          </a:xfrm>
          <a:prstGeom prst="rect">
            <a:avLst/>
          </a:prstGeom>
        </p:spPr>
      </p:pic>
      <p:sp>
        <p:nvSpPr>
          <p:cNvPr id="9" name="TextBox 8"/>
          <p:cNvSpPr txBox="1"/>
          <p:nvPr/>
        </p:nvSpPr>
        <p:spPr>
          <a:xfrm>
            <a:off x="827532" y="2005655"/>
            <a:ext cx="10536936" cy="1323439"/>
          </a:xfrm>
          <a:prstGeom prst="rect">
            <a:avLst/>
          </a:prstGeom>
          <a:noFill/>
        </p:spPr>
        <p:txBody>
          <a:bodyPr wrap="square" rtlCol="0">
            <a:spAutoFit/>
          </a:bodyPr>
          <a:lstStyle/>
          <a:p>
            <a:pPr algn="ctr"/>
            <a:r>
              <a:rPr lang="vi-VN" sz="4000" dirty="0">
                <a:latin typeface="Calibri" panose="020F0502020204030204" pitchFamily="34" charset="0"/>
                <a:ea typeface="Calibri" panose="020F0502020204030204" pitchFamily="34" charset="0"/>
                <a:cs typeface="Calibri" panose="020F0502020204030204" pitchFamily="34" charset="0"/>
              </a:rPr>
              <a:t>Cảm ơn</a:t>
            </a:r>
            <a:endParaRPr lang="vi-VN" sz="4000" dirty="0">
              <a:latin typeface="Calibri" panose="020F0502020204030204" pitchFamily="34" charset="0"/>
              <a:ea typeface="Calibri" panose="020F0502020204030204" pitchFamily="34" charset="0"/>
              <a:cs typeface="Calibri" panose="020F0502020204030204" pitchFamily="34" charset="0"/>
            </a:endParaRPr>
          </a:p>
          <a:p>
            <a:pPr algn="ctr"/>
            <a:r>
              <a:rPr lang="vi-VN" sz="4000" dirty="0">
                <a:latin typeface="Calibri" panose="020F0502020204030204" pitchFamily="34" charset="0"/>
                <a:ea typeface="Calibri" panose="020F0502020204030204" pitchFamily="34" charset="0"/>
                <a:cs typeface="Calibri" panose="020F0502020204030204" pitchFamily="34" charset="0"/>
              </a:rPr>
              <a:t> quý thầy cô đã lắng nghe phần trình bày của em!</a:t>
            </a:r>
            <a:endParaRPr lang="en-US" sz="4000" dirty="0">
              <a:latin typeface="Calibri" panose="020F0502020204030204" pitchFamily="34" charset="0"/>
              <a:ea typeface="Calibri" panose="020F0502020204030204" pitchFamily="34" charset="0"/>
              <a:cs typeface="Calibri" panose="020F0502020204030204" pitchFamily="34" charset="0"/>
            </a:endParaRPr>
          </a:p>
        </p:txBody>
      </p:sp>
      <p:sp>
        <p:nvSpPr>
          <p:cNvPr id="10" name="Rectangle 7"/>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en-US"/>
          </a:p>
        </p:txBody>
      </p:sp>
      <p:sp>
        <p:nvSpPr>
          <p:cNvPr id="11" name="Rectangle 8"/>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en-US"/>
          </a:p>
        </p:txBody>
      </p:sp>
      <p:pic>
        <p:nvPicPr>
          <p:cNvPr id="15" name="Picture 14" descr="A cartoon of a cat&#10;&#10;Description automatically generated"/>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71135" y="3429000"/>
            <a:ext cx="2157916" cy="2245994"/>
          </a:xfrm>
          <a:prstGeom prst="rect">
            <a:avLst/>
          </a:prstGeom>
        </p:spPr>
      </p:pic>
      <p:sp>
        <p:nvSpPr>
          <p:cNvPr id="2" name="Slide Number Placeholder 1"/>
          <p:cNvSpPr>
            <a:spLocks noGrp="1"/>
          </p:cNvSpPr>
          <p:nvPr>
            <p:ph type="sldNum" sz="quarter" idx="12"/>
          </p:nvPr>
        </p:nvSpPr>
        <p:spPr/>
        <p:txBody>
          <a:bodyPr/>
          <a:p>
            <a:fld id="{2FE06659-896C-489D-B3F6-1DE1F7F002FB}" type="slidenum">
              <a:rPr lang="en-US" smtClean="0"/>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1570</Words>
  <Application>WPS Presentation</Application>
  <PresentationFormat>Widescreen</PresentationFormat>
  <Paragraphs>93</Paragraphs>
  <Slides>13</Slides>
  <Notes>2</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13</vt:i4>
      </vt:variant>
    </vt:vector>
  </HeadingPairs>
  <TitlesOfParts>
    <vt:vector size="24" baseType="lpstr">
      <vt:lpstr>Arial</vt:lpstr>
      <vt:lpstr>SimSun</vt:lpstr>
      <vt:lpstr>Wingdings</vt:lpstr>
      <vt:lpstr>Calibri</vt:lpstr>
      <vt:lpstr>Aptos</vt:lpstr>
      <vt:lpstr>Segoe UI</vt:lpstr>
      <vt:lpstr>Microsoft YaHei</vt:lpstr>
      <vt:lpstr>Arial Unicode MS</vt:lpstr>
      <vt:lpstr>Aptos Display</vt:lpstr>
      <vt:lpstr>Segoe UI Variable Display</vt:lpstr>
      <vt:lpstr>Office Theme</vt:lpstr>
      <vt:lpstr>XÂY DỰNG WEBSITE TÌM VIỆC LÀM</vt:lpstr>
      <vt:lpstr>Nội dung trình bày</vt:lpstr>
      <vt:lpstr>1. LÝ DO CHỌN ĐỀ TÀI</vt:lpstr>
      <vt:lpstr>2. MỤC ĐÍCH NGHIÊN CỨU</vt:lpstr>
      <vt:lpstr>3. CƠ SỞ LÝ THUYẾT</vt:lpstr>
      <vt:lpstr>4. MÔ TẢ BÀI TOÁN </vt:lpstr>
      <vt:lpstr>5. YÊU CẦU CHỨC NĂNG</vt:lpstr>
      <vt:lpstr>6. YÊU CẦU PHI CHỨC NĂNG</vt:lpstr>
      <vt:lpstr>7. CƠ SỞ DỮ LIỆU</vt:lpstr>
      <vt:lpstr>8. KẾT LUẬN VÀ HƯỚNG PHÁT TRIỂN</vt:lpstr>
      <vt:lpstr>8. KẾT LUẬN VÀ HƯỚNG PHÁT TRIỂN</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THIẾT KẾ ỨNG DỤNG WEB PHỤC VỤ TRA CỨU THÔNG TIN THỰC TẬP CỦA SINH VIÊN TẠI TRƯỜNG ĐẠI HỌC TRÀ VINH</dc:title>
  <dc:creator>mymy119224028@outlook.com.vn</dc:creator>
  <cp:lastModifiedBy>Han Mi</cp:lastModifiedBy>
  <cp:revision>86</cp:revision>
  <dcterms:created xsi:type="dcterms:W3CDTF">2025-01-08T02:29:00Z</dcterms:created>
  <dcterms:modified xsi:type="dcterms:W3CDTF">2025-12-25T06:39:01Z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D3485303F2F24E7188D33593F0328F52_12</vt:lpwstr>
  </property>
  <property fmtid="{D5CDD505-2E9C-101B-9397-08002B2CF9AE}" pid="3" name="KSOProductBuildVer">
    <vt:lpwstr>1033-12.2.0.23155</vt:lpwstr>
  </property>
</Properties>
</file>